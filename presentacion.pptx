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D3D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66"/>
    <p:restoredTop sz="94694"/>
  </p:normalViewPr>
  <p:slideViewPr>
    <p:cSldViewPr snapToGrid="0">
      <p:cViewPr varScale="1">
        <p:scale>
          <a:sx n="90" d="100"/>
          <a:sy n="90" d="100"/>
        </p:scale>
        <p:origin x="232" y="8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diagrams/_rels/data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svg"/><Relationship Id="rId1" Type="http://schemas.openxmlformats.org/officeDocument/2006/relationships/image" Target="../media/image7.png"/><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s>
</file>

<file path=ppt/diagrams/_rels/data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svg"/><Relationship Id="rId1" Type="http://schemas.openxmlformats.org/officeDocument/2006/relationships/image" Target="../media/image7.png"/><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s>
</file>

<file path=ppt/diagrams/_rels/data3.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7.png"/><Relationship Id="rId7" Type="http://schemas.openxmlformats.org/officeDocument/2006/relationships/image" Target="../media/image9.png"/><Relationship Id="rId2" Type="http://schemas.openxmlformats.org/officeDocument/2006/relationships/image" Target="../media/image14.svg"/><Relationship Id="rId1" Type="http://schemas.openxmlformats.org/officeDocument/2006/relationships/image" Target="../media/image13.png"/><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8.svg"/></Relationships>
</file>

<file path=ppt/diagrams/_rels/data4.xml.rels><?xml version="1.0" encoding="UTF-8" standalone="yes"?>
<Relationships xmlns="http://schemas.openxmlformats.org/package/2006/relationships"><Relationship Id="rId8" Type="http://schemas.openxmlformats.org/officeDocument/2006/relationships/image" Target="../media/image23.svg"/><Relationship Id="rId3" Type="http://schemas.openxmlformats.org/officeDocument/2006/relationships/image" Target="../media/image15.png"/><Relationship Id="rId7" Type="http://schemas.openxmlformats.org/officeDocument/2006/relationships/image" Target="../media/image22.png"/><Relationship Id="rId2" Type="http://schemas.openxmlformats.org/officeDocument/2006/relationships/image" Target="../media/image19.svg"/><Relationship Id="rId1" Type="http://schemas.openxmlformats.org/officeDocument/2006/relationships/image" Target="../media/image18.png"/><Relationship Id="rId6" Type="http://schemas.openxmlformats.org/officeDocument/2006/relationships/image" Target="../media/image21.svg"/><Relationship Id="rId5" Type="http://schemas.openxmlformats.org/officeDocument/2006/relationships/image" Target="../media/image20.png"/><Relationship Id="rId10" Type="http://schemas.openxmlformats.org/officeDocument/2006/relationships/image" Target="../media/image25.svg"/><Relationship Id="rId4" Type="http://schemas.openxmlformats.org/officeDocument/2006/relationships/image" Target="../media/image16.svg"/><Relationship Id="rId9" Type="http://schemas.openxmlformats.org/officeDocument/2006/relationships/image" Target="../media/image24.png"/></Relationships>
</file>

<file path=ppt/diagrams/_rels/drawing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svg"/><Relationship Id="rId1" Type="http://schemas.openxmlformats.org/officeDocument/2006/relationships/image" Target="../media/image7.png"/><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s>
</file>

<file path=ppt/diagrams/_rels/drawing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svg"/><Relationship Id="rId1" Type="http://schemas.openxmlformats.org/officeDocument/2006/relationships/image" Target="../media/image7.png"/><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s>
</file>

<file path=ppt/diagrams/_rels/drawing3.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7.png"/><Relationship Id="rId7" Type="http://schemas.openxmlformats.org/officeDocument/2006/relationships/image" Target="../media/image9.png"/><Relationship Id="rId2" Type="http://schemas.openxmlformats.org/officeDocument/2006/relationships/image" Target="../media/image14.svg"/><Relationship Id="rId1" Type="http://schemas.openxmlformats.org/officeDocument/2006/relationships/image" Target="../media/image13.png"/><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8.svg"/></Relationships>
</file>

<file path=ppt/diagrams/_rels/drawing4.xml.rels><?xml version="1.0" encoding="UTF-8" standalone="yes"?>
<Relationships xmlns="http://schemas.openxmlformats.org/package/2006/relationships"><Relationship Id="rId8" Type="http://schemas.openxmlformats.org/officeDocument/2006/relationships/image" Target="../media/image23.svg"/><Relationship Id="rId3" Type="http://schemas.openxmlformats.org/officeDocument/2006/relationships/image" Target="../media/image15.png"/><Relationship Id="rId7" Type="http://schemas.openxmlformats.org/officeDocument/2006/relationships/image" Target="../media/image22.png"/><Relationship Id="rId2" Type="http://schemas.openxmlformats.org/officeDocument/2006/relationships/image" Target="../media/image19.svg"/><Relationship Id="rId1" Type="http://schemas.openxmlformats.org/officeDocument/2006/relationships/image" Target="../media/image18.png"/><Relationship Id="rId6" Type="http://schemas.openxmlformats.org/officeDocument/2006/relationships/image" Target="../media/image21.svg"/><Relationship Id="rId5" Type="http://schemas.openxmlformats.org/officeDocument/2006/relationships/image" Target="../media/image20.png"/><Relationship Id="rId10" Type="http://schemas.openxmlformats.org/officeDocument/2006/relationships/image" Target="../media/image25.svg"/><Relationship Id="rId4" Type="http://schemas.openxmlformats.org/officeDocument/2006/relationships/image" Target="../media/image16.svg"/><Relationship Id="rId9" Type="http://schemas.openxmlformats.org/officeDocument/2006/relationships/image" Target="../media/image24.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105F10A-34C2-473F-BD45-2C24F35E574F}"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C0DF8123-DEE0-4008-8BEB-729779BBA605}">
      <dgm:prSet/>
      <dgm:spPr/>
      <dgm:t>
        <a:bodyPr/>
        <a:lstStyle/>
        <a:p>
          <a:pPr>
            <a:lnSpc>
              <a:spcPct val="100000"/>
            </a:lnSpc>
          </a:pPr>
          <a:r>
            <a:rPr lang="es-ES" dirty="0"/>
            <a:t>Sistemas actuales</a:t>
          </a:r>
          <a:r>
            <a:rPr lang="es-ES" b="1" dirty="0"/>
            <a:t> </a:t>
          </a:r>
          <a:r>
            <a:rPr lang="es-ES" dirty="0"/>
            <a:t>limitado por CPU</a:t>
          </a:r>
          <a:endParaRPr lang="en-US" dirty="0"/>
        </a:p>
      </dgm:t>
    </dgm:pt>
    <dgm:pt modelId="{9DFF4D87-B2CF-42BD-BAF8-30477D6C603A}" type="parTrans" cxnId="{CA9C4B36-8304-40B9-B90F-4A5413B46A57}">
      <dgm:prSet/>
      <dgm:spPr/>
      <dgm:t>
        <a:bodyPr/>
        <a:lstStyle/>
        <a:p>
          <a:endParaRPr lang="en-US"/>
        </a:p>
      </dgm:t>
    </dgm:pt>
    <dgm:pt modelId="{19FF75A9-2D65-48D3-8F5E-46603CBECCE9}" type="sibTrans" cxnId="{CA9C4B36-8304-40B9-B90F-4A5413B46A57}">
      <dgm:prSet/>
      <dgm:spPr/>
      <dgm:t>
        <a:bodyPr/>
        <a:lstStyle/>
        <a:p>
          <a:endParaRPr lang="en-US"/>
        </a:p>
      </dgm:t>
    </dgm:pt>
    <dgm:pt modelId="{D4DE2D79-2CA0-44DA-8C47-1125D7CD3C06}">
      <dgm:prSet/>
      <dgm:spPr/>
      <dgm:t>
        <a:bodyPr/>
        <a:lstStyle/>
        <a:p>
          <a:pPr>
            <a:lnSpc>
              <a:spcPct val="100000"/>
            </a:lnSpc>
          </a:pPr>
          <a:r>
            <a:rPr lang="es-ES"/>
            <a:t>Necesidad de incorporar soluciones HPC</a:t>
          </a:r>
          <a:endParaRPr lang="en-US"/>
        </a:p>
      </dgm:t>
    </dgm:pt>
    <dgm:pt modelId="{DE0BD249-BE4A-4218-B9F8-0C2F05A28BDA}" type="parTrans" cxnId="{22FDDD54-73F5-4FB7-A968-BD56500DAF55}">
      <dgm:prSet/>
      <dgm:spPr/>
      <dgm:t>
        <a:bodyPr/>
        <a:lstStyle/>
        <a:p>
          <a:endParaRPr lang="en-US"/>
        </a:p>
      </dgm:t>
    </dgm:pt>
    <dgm:pt modelId="{A946B821-FF29-4FA8-A88F-C2A4C025FB4A}" type="sibTrans" cxnId="{22FDDD54-73F5-4FB7-A968-BD56500DAF55}">
      <dgm:prSet/>
      <dgm:spPr/>
      <dgm:t>
        <a:bodyPr/>
        <a:lstStyle/>
        <a:p>
          <a:endParaRPr lang="en-US"/>
        </a:p>
      </dgm:t>
    </dgm:pt>
    <dgm:pt modelId="{F8D5B92C-48B7-4FDC-8D0A-D8FA81888CA7}">
      <dgm:prSet/>
      <dgm:spPr/>
      <dgm:t>
        <a:bodyPr/>
        <a:lstStyle/>
        <a:p>
          <a:pPr>
            <a:lnSpc>
              <a:spcPct val="100000"/>
            </a:lnSpc>
          </a:pPr>
          <a:r>
            <a:rPr lang="es-ES"/>
            <a:t>GPUs como dispositivo HPC</a:t>
          </a:r>
          <a:endParaRPr lang="en-US"/>
        </a:p>
      </dgm:t>
    </dgm:pt>
    <dgm:pt modelId="{8927DBBF-76FA-43B3-825F-C455D35F1229}" type="parTrans" cxnId="{66CAD295-E19D-48BC-96D2-CE9B7FF0C7CE}">
      <dgm:prSet/>
      <dgm:spPr/>
      <dgm:t>
        <a:bodyPr/>
        <a:lstStyle/>
        <a:p>
          <a:endParaRPr lang="en-US"/>
        </a:p>
      </dgm:t>
    </dgm:pt>
    <dgm:pt modelId="{EACCEEF7-261C-4B00-B889-412DA95889BB}" type="sibTrans" cxnId="{66CAD295-E19D-48BC-96D2-CE9B7FF0C7CE}">
      <dgm:prSet/>
      <dgm:spPr/>
      <dgm:t>
        <a:bodyPr/>
        <a:lstStyle/>
        <a:p>
          <a:endParaRPr lang="en-US"/>
        </a:p>
      </dgm:t>
    </dgm:pt>
    <dgm:pt modelId="{1029E2B2-2692-4D3E-9E9D-A4759E57E49B}" type="pres">
      <dgm:prSet presAssocID="{C105F10A-34C2-473F-BD45-2C24F35E574F}" presName="root" presStyleCnt="0">
        <dgm:presLayoutVars>
          <dgm:dir/>
          <dgm:resizeHandles val="exact"/>
        </dgm:presLayoutVars>
      </dgm:prSet>
      <dgm:spPr/>
    </dgm:pt>
    <dgm:pt modelId="{F9F78672-FE3F-40B6-BA0B-178624FFC7E9}" type="pres">
      <dgm:prSet presAssocID="{C0DF8123-DEE0-4008-8BEB-729779BBA605}" presName="compNode" presStyleCnt="0"/>
      <dgm:spPr/>
    </dgm:pt>
    <dgm:pt modelId="{C1F5E167-0E22-4FC8-A742-A760D888E8FD}" type="pres">
      <dgm:prSet presAssocID="{C0DF8123-DEE0-4008-8BEB-729779BBA605}"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Marca de verificación"/>
        </a:ext>
      </dgm:extLst>
    </dgm:pt>
    <dgm:pt modelId="{9BDE3F7A-1054-4BF7-95C1-538CC329C622}" type="pres">
      <dgm:prSet presAssocID="{C0DF8123-DEE0-4008-8BEB-729779BBA605}" presName="spaceRect" presStyleCnt="0"/>
      <dgm:spPr/>
    </dgm:pt>
    <dgm:pt modelId="{BD19E0B0-275F-41AD-855E-51EEBBC105DD}" type="pres">
      <dgm:prSet presAssocID="{C0DF8123-DEE0-4008-8BEB-729779BBA605}" presName="textRect" presStyleLbl="revTx" presStyleIdx="0" presStyleCnt="3">
        <dgm:presLayoutVars>
          <dgm:chMax val="1"/>
          <dgm:chPref val="1"/>
        </dgm:presLayoutVars>
      </dgm:prSet>
      <dgm:spPr/>
    </dgm:pt>
    <dgm:pt modelId="{6CE9D997-F2C5-4B2E-9E94-29B793B9F940}" type="pres">
      <dgm:prSet presAssocID="{19FF75A9-2D65-48D3-8F5E-46603CBECCE9}" presName="sibTrans" presStyleCnt="0"/>
      <dgm:spPr/>
    </dgm:pt>
    <dgm:pt modelId="{4A3F54C6-9A35-44D1-B2C0-7206010D7AB0}" type="pres">
      <dgm:prSet presAssocID="{D4DE2D79-2CA0-44DA-8C47-1125D7CD3C06}" presName="compNode" presStyleCnt="0"/>
      <dgm:spPr/>
    </dgm:pt>
    <dgm:pt modelId="{C3CA37D1-9FDB-41D1-9A01-EC58F69930DD}" type="pres">
      <dgm:prSet presAssocID="{D4DE2D79-2CA0-44DA-8C47-1125D7CD3C06}"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Head with Gears"/>
        </a:ext>
      </dgm:extLst>
    </dgm:pt>
    <dgm:pt modelId="{C71A794F-9321-4C05-A88A-F9553846F3DE}" type="pres">
      <dgm:prSet presAssocID="{D4DE2D79-2CA0-44DA-8C47-1125D7CD3C06}" presName="spaceRect" presStyleCnt="0"/>
      <dgm:spPr/>
    </dgm:pt>
    <dgm:pt modelId="{C45A2025-28DF-46F7-A55D-D33B0B5E363E}" type="pres">
      <dgm:prSet presAssocID="{D4DE2D79-2CA0-44DA-8C47-1125D7CD3C06}" presName="textRect" presStyleLbl="revTx" presStyleIdx="1" presStyleCnt="3">
        <dgm:presLayoutVars>
          <dgm:chMax val="1"/>
          <dgm:chPref val="1"/>
        </dgm:presLayoutVars>
      </dgm:prSet>
      <dgm:spPr/>
    </dgm:pt>
    <dgm:pt modelId="{13F45AA5-BFB1-49E8-B98D-4DC53A56FEAD}" type="pres">
      <dgm:prSet presAssocID="{A946B821-FF29-4FA8-A88F-C2A4C025FB4A}" presName="sibTrans" presStyleCnt="0"/>
      <dgm:spPr/>
    </dgm:pt>
    <dgm:pt modelId="{1F794DF2-89A1-437D-B041-8C2676179F81}" type="pres">
      <dgm:prSet presAssocID="{F8D5B92C-48B7-4FDC-8D0A-D8FA81888CA7}" presName="compNode" presStyleCnt="0"/>
      <dgm:spPr/>
    </dgm:pt>
    <dgm:pt modelId="{C84B1CE5-BF8F-4E05-88F7-C9B6969B1CD5}" type="pres">
      <dgm:prSet presAssocID="{F8D5B92C-48B7-4FDC-8D0A-D8FA81888CA7}"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Portátil"/>
        </a:ext>
      </dgm:extLst>
    </dgm:pt>
    <dgm:pt modelId="{2426BD27-AD7D-4F41-BC20-232224582F7F}" type="pres">
      <dgm:prSet presAssocID="{F8D5B92C-48B7-4FDC-8D0A-D8FA81888CA7}" presName="spaceRect" presStyleCnt="0"/>
      <dgm:spPr/>
    </dgm:pt>
    <dgm:pt modelId="{28E3EE0E-6776-4B20-93CE-751FAEE2FA91}" type="pres">
      <dgm:prSet presAssocID="{F8D5B92C-48B7-4FDC-8D0A-D8FA81888CA7}" presName="textRect" presStyleLbl="revTx" presStyleIdx="2" presStyleCnt="3">
        <dgm:presLayoutVars>
          <dgm:chMax val="1"/>
          <dgm:chPref val="1"/>
        </dgm:presLayoutVars>
      </dgm:prSet>
      <dgm:spPr/>
    </dgm:pt>
  </dgm:ptLst>
  <dgm:cxnLst>
    <dgm:cxn modelId="{89483D11-D418-4F60-8102-F175CC344599}" type="presOf" srcId="{C0DF8123-DEE0-4008-8BEB-729779BBA605}" destId="{BD19E0B0-275F-41AD-855E-51EEBBC105DD}" srcOrd="0" destOrd="0" presId="urn:microsoft.com/office/officeart/2018/2/layout/IconLabelList"/>
    <dgm:cxn modelId="{CA9C4B36-8304-40B9-B90F-4A5413B46A57}" srcId="{C105F10A-34C2-473F-BD45-2C24F35E574F}" destId="{C0DF8123-DEE0-4008-8BEB-729779BBA605}" srcOrd="0" destOrd="0" parTransId="{9DFF4D87-B2CF-42BD-BAF8-30477D6C603A}" sibTransId="{19FF75A9-2D65-48D3-8F5E-46603CBECCE9}"/>
    <dgm:cxn modelId="{3B20F03C-9164-42C2-A9F6-63783FFB9C6E}" type="presOf" srcId="{D4DE2D79-2CA0-44DA-8C47-1125D7CD3C06}" destId="{C45A2025-28DF-46F7-A55D-D33B0B5E363E}" srcOrd="0" destOrd="0" presId="urn:microsoft.com/office/officeart/2018/2/layout/IconLabelList"/>
    <dgm:cxn modelId="{1A07CD40-6EB3-41A9-AFD2-02C70741B356}" type="presOf" srcId="{C105F10A-34C2-473F-BD45-2C24F35E574F}" destId="{1029E2B2-2692-4D3E-9E9D-A4759E57E49B}" srcOrd="0" destOrd="0" presId="urn:microsoft.com/office/officeart/2018/2/layout/IconLabelList"/>
    <dgm:cxn modelId="{22FDDD54-73F5-4FB7-A968-BD56500DAF55}" srcId="{C105F10A-34C2-473F-BD45-2C24F35E574F}" destId="{D4DE2D79-2CA0-44DA-8C47-1125D7CD3C06}" srcOrd="1" destOrd="0" parTransId="{DE0BD249-BE4A-4218-B9F8-0C2F05A28BDA}" sibTransId="{A946B821-FF29-4FA8-A88F-C2A4C025FB4A}"/>
    <dgm:cxn modelId="{3B239C87-78CA-4455-840B-E5C6CD0EB7A9}" type="presOf" srcId="{F8D5B92C-48B7-4FDC-8D0A-D8FA81888CA7}" destId="{28E3EE0E-6776-4B20-93CE-751FAEE2FA91}" srcOrd="0" destOrd="0" presId="urn:microsoft.com/office/officeart/2018/2/layout/IconLabelList"/>
    <dgm:cxn modelId="{66CAD295-E19D-48BC-96D2-CE9B7FF0C7CE}" srcId="{C105F10A-34C2-473F-BD45-2C24F35E574F}" destId="{F8D5B92C-48B7-4FDC-8D0A-D8FA81888CA7}" srcOrd="2" destOrd="0" parTransId="{8927DBBF-76FA-43B3-825F-C455D35F1229}" sibTransId="{EACCEEF7-261C-4B00-B889-412DA95889BB}"/>
    <dgm:cxn modelId="{4119657C-5793-40AA-80FF-4698BD0DCAE7}" type="presParOf" srcId="{1029E2B2-2692-4D3E-9E9D-A4759E57E49B}" destId="{F9F78672-FE3F-40B6-BA0B-178624FFC7E9}" srcOrd="0" destOrd="0" presId="urn:microsoft.com/office/officeart/2018/2/layout/IconLabelList"/>
    <dgm:cxn modelId="{0FAC9327-01AB-4CE8-8823-6A3B644E8B8E}" type="presParOf" srcId="{F9F78672-FE3F-40B6-BA0B-178624FFC7E9}" destId="{C1F5E167-0E22-4FC8-A742-A760D888E8FD}" srcOrd="0" destOrd="0" presId="urn:microsoft.com/office/officeart/2018/2/layout/IconLabelList"/>
    <dgm:cxn modelId="{B97B2159-44C3-472D-AFBA-E4EF38FB9688}" type="presParOf" srcId="{F9F78672-FE3F-40B6-BA0B-178624FFC7E9}" destId="{9BDE3F7A-1054-4BF7-95C1-538CC329C622}" srcOrd="1" destOrd="0" presId="urn:microsoft.com/office/officeart/2018/2/layout/IconLabelList"/>
    <dgm:cxn modelId="{2D15F8AC-6A61-429B-B72B-A44765EE36AF}" type="presParOf" srcId="{F9F78672-FE3F-40B6-BA0B-178624FFC7E9}" destId="{BD19E0B0-275F-41AD-855E-51EEBBC105DD}" srcOrd="2" destOrd="0" presId="urn:microsoft.com/office/officeart/2018/2/layout/IconLabelList"/>
    <dgm:cxn modelId="{A3254F0C-0314-452E-A3D2-BD4DB1D6827E}" type="presParOf" srcId="{1029E2B2-2692-4D3E-9E9D-A4759E57E49B}" destId="{6CE9D997-F2C5-4B2E-9E94-29B793B9F940}" srcOrd="1" destOrd="0" presId="urn:microsoft.com/office/officeart/2018/2/layout/IconLabelList"/>
    <dgm:cxn modelId="{7EF00251-25C4-4912-BB05-9F7905A04E04}" type="presParOf" srcId="{1029E2B2-2692-4D3E-9E9D-A4759E57E49B}" destId="{4A3F54C6-9A35-44D1-B2C0-7206010D7AB0}" srcOrd="2" destOrd="0" presId="urn:microsoft.com/office/officeart/2018/2/layout/IconLabelList"/>
    <dgm:cxn modelId="{34EF74A1-8231-4EB1-BB0F-3ADC044D21D6}" type="presParOf" srcId="{4A3F54C6-9A35-44D1-B2C0-7206010D7AB0}" destId="{C3CA37D1-9FDB-41D1-9A01-EC58F69930DD}" srcOrd="0" destOrd="0" presId="urn:microsoft.com/office/officeart/2018/2/layout/IconLabelList"/>
    <dgm:cxn modelId="{EC408619-0880-408F-9AFF-0EEED583FD25}" type="presParOf" srcId="{4A3F54C6-9A35-44D1-B2C0-7206010D7AB0}" destId="{C71A794F-9321-4C05-A88A-F9553846F3DE}" srcOrd="1" destOrd="0" presId="urn:microsoft.com/office/officeart/2018/2/layout/IconLabelList"/>
    <dgm:cxn modelId="{0161CC08-CC6A-4354-BB6D-69929982CC2A}" type="presParOf" srcId="{4A3F54C6-9A35-44D1-B2C0-7206010D7AB0}" destId="{C45A2025-28DF-46F7-A55D-D33B0B5E363E}" srcOrd="2" destOrd="0" presId="urn:microsoft.com/office/officeart/2018/2/layout/IconLabelList"/>
    <dgm:cxn modelId="{55D39CD5-FCF2-4E77-9D6F-351315E879E0}" type="presParOf" srcId="{1029E2B2-2692-4D3E-9E9D-A4759E57E49B}" destId="{13F45AA5-BFB1-49E8-B98D-4DC53A56FEAD}" srcOrd="3" destOrd="0" presId="urn:microsoft.com/office/officeart/2018/2/layout/IconLabelList"/>
    <dgm:cxn modelId="{C1C9D72B-54B6-40AB-A7B0-D9E7054B6C5B}" type="presParOf" srcId="{1029E2B2-2692-4D3E-9E9D-A4759E57E49B}" destId="{1F794DF2-89A1-437D-B041-8C2676179F81}" srcOrd="4" destOrd="0" presId="urn:microsoft.com/office/officeart/2018/2/layout/IconLabelList"/>
    <dgm:cxn modelId="{4563EE9D-D46A-43A6-A342-BFC02F5715DB}" type="presParOf" srcId="{1F794DF2-89A1-437D-B041-8C2676179F81}" destId="{C84B1CE5-BF8F-4E05-88F7-C9B6969B1CD5}" srcOrd="0" destOrd="0" presId="urn:microsoft.com/office/officeart/2018/2/layout/IconLabelList"/>
    <dgm:cxn modelId="{7E318824-986A-4AF5-A24B-8328256CE7C2}" type="presParOf" srcId="{1F794DF2-89A1-437D-B041-8C2676179F81}" destId="{2426BD27-AD7D-4F41-BC20-232224582F7F}" srcOrd="1" destOrd="0" presId="urn:microsoft.com/office/officeart/2018/2/layout/IconLabelList"/>
    <dgm:cxn modelId="{9100263C-9CA4-4AD5-94AB-EBF578404CB3}" type="presParOf" srcId="{1F794DF2-89A1-437D-B041-8C2676179F81}" destId="{28E3EE0E-6776-4B20-93CE-751FAEE2FA91}" srcOrd="2" destOrd="0" presId="urn:microsoft.com/office/officeart/2018/2/layout/IconLabelList"/>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105F10A-34C2-473F-BD45-2C24F35E574F}"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C0DF8123-DEE0-4008-8BEB-729779BBA605}">
      <dgm:prSet/>
      <dgm:spPr/>
      <dgm:t>
        <a:bodyPr/>
        <a:lstStyle/>
        <a:p>
          <a:pPr>
            <a:lnSpc>
              <a:spcPct val="100000"/>
            </a:lnSpc>
          </a:pPr>
          <a:r>
            <a:rPr lang="es-ES" dirty="0"/>
            <a:t>Sistema </a:t>
          </a:r>
          <a:r>
            <a:rPr lang="es-ES" b="1" dirty="0"/>
            <a:t>SVS </a:t>
          </a:r>
          <a:r>
            <a:rPr lang="es-ES" dirty="0"/>
            <a:t>limitado por CPU</a:t>
          </a:r>
          <a:endParaRPr lang="en-US" dirty="0"/>
        </a:p>
      </dgm:t>
    </dgm:pt>
    <dgm:pt modelId="{9DFF4D87-B2CF-42BD-BAF8-30477D6C603A}" type="parTrans" cxnId="{CA9C4B36-8304-40B9-B90F-4A5413B46A57}">
      <dgm:prSet/>
      <dgm:spPr/>
      <dgm:t>
        <a:bodyPr/>
        <a:lstStyle/>
        <a:p>
          <a:endParaRPr lang="en-US"/>
        </a:p>
      </dgm:t>
    </dgm:pt>
    <dgm:pt modelId="{19FF75A9-2D65-48D3-8F5E-46603CBECCE9}" type="sibTrans" cxnId="{CA9C4B36-8304-40B9-B90F-4A5413B46A57}">
      <dgm:prSet/>
      <dgm:spPr/>
      <dgm:t>
        <a:bodyPr/>
        <a:lstStyle/>
        <a:p>
          <a:endParaRPr lang="en-US"/>
        </a:p>
      </dgm:t>
    </dgm:pt>
    <dgm:pt modelId="{D4DE2D79-2CA0-44DA-8C47-1125D7CD3C06}">
      <dgm:prSet/>
      <dgm:spPr/>
      <dgm:t>
        <a:bodyPr/>
        <a:lstStyle/>
        <a:p>
          <a:pPr>
            <a:lnSpc>
              <a:spcPct val="100000"/>
            </a:lnSpc>
          </a:pPr>
          <a:r>
            <a:rPr lang="es-ES"/>
            <a:t>Necesidad de incorporar soluciones HPC</a:t>
          </a:r>
          <a:endParaRPr lang="en-US"/>
        </a:p>
      </dgm:t>
    </dgm:pt>
    <dgm:pt modelId="{DE0BD249-BE4A-4218-B9F8-0C2F05A28BDA}" type="parTrans" cxnId="{22FDDD54-73F5-4FB7-A968-BD56500DAF55}">
      <dgm:prSet/>
      <dgm:spPr/>
      <dgm:t>
        <a:bodyPr/>
        <a:lstStyle/>
        <a:p>
          <a:endParaRPr lang="en-US"/>
        </a:p>
      </dgm:t>
    </dgm:pt>
    <dgm:pt modelId="{A946B821-FF29-4FA8-A88F-C2A4C025FB4A}" type="sibTrans" cxnId="{22FDDD54-73F5-4FB7-A968-BD56500DAF55}">
      <dgm:prSet/>
      <dgm:spPr/>
      <dgm:t>
        <a:bodyPr/>
        <a:lstStyle/>
        <a:p>
          <a:endParaRPr lang="en-US"/>
        </a:p>
      </dgm:t>
    </dgm:pt>
    <dgm:pt modelId="{F8D5B92C-48B7-4FDC-8D0A-D8FA81888CA7}">
      <dgm:prSet/>
      <dgm:spPr/>
      <dgm:t>
        <a:bodyPr/>
        <a:lstStyle/>
        <a:p>
          <a:pPr>
            <a:lnSpc>
              <a:spcPct val="100000"/>
            </a:lnSpc>
          </a:pPr>
          <a:r>
            <a:rPr lang="es-ES"/>
            <a:t>GPUs como dispositivo HPC</a:t>
          </a:r>
          <a:endParaRPr lang="en-US"/>
        </a:p>
      </dgm:t>
    </dgm:pt>
    <dgm:pt modelId="{8927DBBF-76FA-43B3-825F-C455D35F1229}" type="parTrans" cxnId="{66CAD295-E19D-48BC-96D2-CE9B7FF0C7CE}">
      <dgm:prSet/>
      <dgm:spPr/>
      <dgm:t>
        <a:bodyPr/>
        <a:lstStyle/>
        <a:p>
          <a:endParaRPr lang="en-US"/>
        </a:p>
      </dgm:t>
    </dgm:pt>
    <dgm:pt modelId="{EACCEEF7-261C-4B00-B889-412DA95889BB}" type="sibTrans" cxnId="{66CAD295-E19D-48BC-96D2-CE9B7FF0C7CE}">
      <dgm:prSet/>
      <dgm:spPr/>
      <dgm:t>
        <a:bodyPr/>
        <a:lstStyle/>
        <a:p>
          <a:endParaRPr lang="en-US"/>
        </a:p>
      </dgm:t>
    </dgm:pt>
    <dgm:pt modelId="{1029E2B2-2692-4D3E-9E9D-A4759E57E49B}" type="pres">
      <dgm:prSet presAssocID="{C105F10A-34C2-473F-BD45-2C24F35E574F}" presName="root" presStyleCnt="0">
        <dgm:presLayoutVars>
          <dgm:dir/>
          <dgm:resizeHandles val="exact"/>
        </dgm:presLayoutVars>
      </dgm:prSet>
      <dgm:spPr/>
    </dgm:pt>
    <dgm:pt modelId="{F9F78672-FE3F-40B6-BA0B-178624FFC7E9}" type="pres">
      <dgm:prSet presAssocID="{C0DF8123-DEE0-4008-8BEB-729779BBA605}" presName="compNode" presStyleCnt="0"/>
      <dgm:spPr/>
    </dgm:pt>
    <dgm:pt modelId="{C1F5E167-0E22-4FC8-A742-A760D888E8FD}" type="pres">
      <dgm:prSet presAssocID="{C0DF8123-DEE0-4008-8BEB-729779BBA605}"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Marca de verificación"/>
        </a:ext>
      </dgm:extLst>
    </dgm:pt>
    <dgm:pt modelId="{9BDE3F7A-1054-4BF7-95C1-538CC329C622}" type="pres">
      <dgm:prSet presAssocID="{C0DF8123-DEE0-4008-8BEB-729779BBA605}" presName="spaceRect" presStyleCnt="0"/>
      <dgm:spPr/>
    </dgm:pt>
    <dgm:pt modelId="{BD19E0B0-275F-41AD-855E-51EEBBC105DD}" type="pres">
      <dgm:prSet presAssocID="{C0DF8123-DEE0-4008-8BEB-729779BBA605}" presName="textRect" presStyleLbl="revTx" presStyleIdx="0" presStyleCnt="3">
        <dgm:presLayoutVars>
          <dgm:chMax val="1"/>
          <dgm:chPref val="1"/>
        </dgm:presLayoutVars>
      </dgm:prSet>
      <dgm:spPr/>
    </dgm:pt>
    <dgm:pt modelId="{6CE9D997-F2C5-4B2E-9E94-29B793B9F940}" type="pres">
      <dgm:prSet presAssocID="{19FF75A9-2D65-48D3-8F5E-46603CBECCE9}" presName="sibTrans" presStyleCnt="0"/>
      <dgm:spPr/>
    </dgm:pt>
    <dgm:pt modelId="{4A3F54C6-9A35-44D1-B2C0-7206010D7AB0}" type="pres">
      <dgm:prSet presAssocID="{D4DE2D79-2CA0-44DA-8C47-1125D7CD3C06}" presName="compNode" presStyleCnt="0"/>
      <dgm:spPr/>
    </dgm:pt>
    <dgm:pt modelId="{C3CA37D1-9FDB-41D1-9A01-EC58F69930DD}" type="pres">
      <dgm:prSet presAssocID="{D4DE2D79-2CA0-44DA-8C47-1125D7CD3C06}"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Head with Gears"/>
        </a:ext>
      </dgm:extLst>
    </dgm:pt>
    <dgm:pt modelId="{C71A794F-9321-4C05-A88A-F9553846F3DE}" type="pres">
      <dgm:prSet presAssocID="{D4DE2D79-2CA0-44DA-8C47-1125D7CD3C06}" presName="spaceRect" presStyleCnt="0"/>
      <dgm:spPr/>
    </dgm:pt>
    <dgm:pt modelId="{C45A2025-28DF-46F7-A55D-D33B0B5E363E}" type="pres">
      <dgm:prSet presAssocID="{D4DE2D79-2CA0-44DA-8C47-1125D7CD3C06}" presName="textRect" presStyleLbl="revTx" presStyleIdx="1" presStyleCnt="3">
        <dgm:presLayoutVars>
          <dgm:chMax val="1"/>
          <dgm:chPref val="1"/>
        </dgm:presLayoutVars>
      </dgm:prSet>
      <dgm:spPr/>
    </dgm:pt>
    <dgm:pt modelId="{13F45AA5-BFB1-49E8-B98D-4DC53A56FEAD}" type="pres">
      <dgm:prSet presAssocID="{A946B821-FF29-4FA8-A88F-C2A4C025FB4A}" presName="sibTrans" presStyleCnt="0"/>
      <dgm:spPr/>
    </dgm:pt>
    <dgm:pt modelId="{1F794DF2-89A1-437D-B041-8C2676179F81}" type="pres">
      <dgm:prSet presAssocID="{F8D5B92C-48B7-4FDC-8D0A-D8FA81888CA7}" presName="compNode" presStyleCnt="0"/>
      <dgm:spPr/>
    </dgm:pt>
    <dgm:pt modelId="{C84B1CE5-BF8F-4E05-88F7-C9B6969B1CD5}" type="pres">
      <dgm:prSet presAssocID="{F8D5B92C-48B7-4FDC-8D0A-D8FA81888CA7}"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Portátil"/>
        </a:ext>
      </dgm:extLst>
    </dgm:pt>
    <dgm:pt modelId="{2426BD27-AD7D-4F41-BC20-232224582F7F}" type="pres">
      <dgm:prSet presAssocID="{F8D5B92C-48B7-4FDC-8D0A-D8FA81888CA7}" presName="spaceRect" presStyleCnt="0"/>
      <dgm:spPr/>
    </dgm:pt>
    <dgm:pt modelId="{28E3EE0E-6776-4B20-93CE-751FAEE2FA91}" type="pres">
      <dgm:prSet presAssocID="{F8D5B92C-48B7-4FDC-8D0A-D8FA81888CA7}" presName="textRect" presStyleLbl="revTx" presStyleIdx="2" presStyleCnt="3">
        <dgm:presLayoutVars>
          <dgm:chMax val="1"/>
          <dgm:chPref val="1"/>
        </dgm:presLayoutVars>
      </dgm:prSet>
      <dgm:spPr/>
    </dgm:pt>
  </dgm:ptLst>
  <dgm:cxnLst>
    <dgm:cxn modelId="{89483D11-D418-4F60-8102-F175CC344599}" type="presOf" srcId="{C0DF8123-DEE0-4008-8BEB-729779BBA605}" destId="{BD19E0B0-275F-41AD-855E-51EEBBC105DD}" srcOrd="0" destOrd="0" presId="urn:microsoft.com/office/officeart/2018/2/layout/IconLabelList"/>
    <dgm:cxn modelId="{CA9C4B36-8304-40B9-B90F-4A5413B46A57}" srcId="{C105F10A-34C2-473F-BD45-2C24F35E574F}" destId="{C0DF8123-DEE0-4008-8BEB-729779BBA605}" srcOrd="0" destOrd="0" parTransId="{9DFF4D87-B2CF-42BD-BAF8-30477D6C603A}" sibTransId="{19FF75A9-2D65-48D3-8F5E-46603CBECCE9}"/>
    <dgm:cxn modelId="{3B20F03C-9164-42C2-A9F6-63783FFB9C6E}" type="presOf" srcId="{D4DE2D79-2CA0-44DA-8C47-1125D7CD3C06}" destId="{C45A2025-28DF-46F7-A55D-D33B0B5E363E}" srcOrd="0" destOrd="0" presId="urn:microsoft.com/office/officeart/2018/2/layout/IconLabelList"/>
    <dgm:cxn modelId="{1A07CD40-6EB3-41A9-AFD2-02C70741B356}" type="presOf" srcId="{C105F10A-34C2-473F-BD45-2C24F35E574F}" destId="{1029E2B2-2692-4D3E-9E9D-A4759E57E49B}" srcOrd="0" destOrd="0" presId="urn:microsoft.com/office/officeart/2018/2/layout/IconLabelList"/>
    <dgm:cxn modelId="{22FDDD54-73F5-4FB7-A968-BD56500DAF55}" srcId="{C105F10A-34C2-473F-BD45-2C24F35E574F}" destId="{D4DE2D79-2CA0-44DA-8C47-1125D7CD3C06}" srcOrd="1" destOrd="0" parTransId="{DE0BD249-BE4A-4218-B9F8-0C2F05A28BDA}" sibTransId="{A946B821-FF29-4FA8-A88F-C2A4C025FB4A}"/>
    <dgm:cxn modelId="{3B239C87-78CA-4455-840B-E5C6CD0EB7A9}" type="presOf" srcId="{F8D5B92C-48B7-4FDC-8D0A-D8FA81888CA7}" destId="{28E3EE0E-6776-4B20-93CE-751FAEE2FA91}" srcOrd="0" destOrd="0" presId="urn:microsoft.com/office/officeart/2018/2/layout/IconLabelList"/>
    <dgm:cxn modelId="{66CAD295-E19D-48BC-96D2-CE9B7FF0C7CE}" srcId="{C105F10A-34C2-473F-BD45-2C24F35E574F}" destId="{F8D5B92C-48B7-4FDC-8D0A-D8FA81888CA7}" srcOrd="2" destOrd="0" parTransId="{8927DBBF-76FA-43B3-825F-C455D35F1229}" sibTransId="{EACCEEF7-261C-4B00-B889-412DA95889BB}"/>
    <dgm:cxn modelId="{4119657C-5793-40AA-80FF-4698BD0DCAE7}" type="presParOf" srcId="{1029E2B2-2692-4D3E-9E9D-A4759E57E49B}" destId="{F9F78672-FE3F-40B6-BA0B-178624FFC7E9}" srcOrd="0" destOrd="0" presId="urn:microsoft.com/office/officeart/2018/2/layout/IconLabelList"/>
    <dgm:cxn modelId="{0FAC9327-01AB-4CE8-8823-6A3B644E8B8E}" type="presParOf" srcId="{F9F78672-FE3F-40B6-BA0B-178624FFC7E9}" destId="{C1F5E167-0E22-4FC8-A742-A760D888E8FD}" srcOrd="0" destOrd="0" presId="urn:microsoft.com/office/officeart/2018/2/layout/IconLabelList"/>
    <dgm:cxn modelId="{B97B2159-44C3-472D-AFBA-E4EF38FB9688}" type="presParOf" srcId="{F9F78672-FE3F-40B6-BA0B-178624FFC7E9}" destId="{9BDE3F7A-1054-4BF7-95C1-538CC329C622}" srcOrd="1" destOrd="0" presId="urn:microsoft.com/office/officeart/2018/2/layout/IconLabelList"/>
    <dgm:cxn modelId="{2D15F8AC-6A61-429B-B72B-A44765EE36AF}" type="presParOf" srcId="{F9F78672-FE3F-40B6-BA0B-178624FFC7E9}" destId="{BD19E0B0-275F-41AD-855E-51EEBBC105DD}" srcOrd="2" destOrd="0" presId="urn:microsoft.com/office/officeart/2018/2/layout/IconLabelList"/>
    <dgm:cxn modelId="{A3254F0C-0314-452E-A3D2-BD4DB1D6827E}" type="presParOf" srcId="{1029E2B2-2692-4D3E-9E9D-A4759E57E49B}" destId="{6CE9D997-F2C5-4B2E-9E94-29B793B9F940}" srcOrd="1" destOrd="0" presId="urn:microsoft.com/office/officeart/2018/2/layout/IconLabelList"/>
    <dgm:cxn modelId="{7EF00251-25C4-4912-BB05-9F7905A04E04}" type="presParOf" srcId="{1029E2B2-2692-4D3E-9E9D-A4759E57E49B}" destId="{4A3F54C6-9A35-44D1-B2C0-7206010D7AB0}" srcOrd="2" destOrd="0" presId="urn:microsoft.com/office/officeart/2018/2/layout/IconLabelList"/>
    <dgm:cxn modelId="{34EF74A1-8231-4EB1-BB0F-3ADC044D21D6}" type="presParOf" srcId="{4A3F54C6-9A35-44D1-B2C0-7206010D7AB0}" destId="{C3CA37D1-9FDB-41D1-9A01-EC58F69930DD}" srcOrd="0" destOrd="0" presId="urn:microsoft.com/office/officeart/2018/2/layout/IconLabelList"/>
    <dgm:cxn modelId="{EC408619-0880-408F-9AFF-0EEED583FD25}" type="presParOf" srcId="{4A3F54C6-9A35-44D1-B2C0-7206010D7AB0}" destId="{C71A794F-9321-4C05-A88A-F9553846F3DE}" srcOrd="1" destOrd="0" presId="urn:microsoft.com/office/officeart/2018/2/layout/IconLabelList"/>
    <dgm:cxn modelId="{0161CC08-CC6A-4354-BB6D-69929982CC2A}" type="presParOf" srcId="{4A3F54C6-9A35-44D1-B2C0-7206010D7AB0}" destId="{C45A2025-28DF-46F7-A55D-D33B0B5E363E}" srcOrd="2" destOrd="0" presId="urn:microsoft.com/office/officeart/2018/2/layout/IconLabelList"/>
    <dgm:cxn modelId="{55D39CD5-FCF2-4E77-9D6F-351315E879E0}" type="presParOf" srcId="{1029E2B2-2692-4D3E-9E9D-A4759E57E49B}" destId="{13F45AA5-BFB1-49E8-B98D-4DC53A56FEAD}" srcOrd="3" destOrd="0" presId="urn:microsoft.com/office/officeart/2018/2/layout/IconLabelList"/>
    <dgm:cxn modelId="{C1C9D72B-54B6-40AB-A7B0-D9E7054B6C5B}" type="presParOf" srcId="{1029E2B2-2692-4D3E-9E9D-A4759E57E49B}" destId="{1F794DF2-89A1-437D-B041-8C2676179F81}" srcOrd="4" destOrd="0" presId="urn:microsoft.com/office/officeart/2018/2/layout/IconLabelList"/>
    <dgm:cxn modelId="{4563EE9D-D46A-43A6-A342-BFC02F5715DB}" type="presParOf" srcId="{1F794DF2-89A1-437D-B041-8C2676179F81}" destId="{C84B1CE5-BF8F-4E05-88F7-C9B6969B1CD5}" srcOrd="0" destOrd="0" presId="urn:microsoft.com/office/officeart/2018/2/layout/IconLabelList"/>
    <dgm:cxn modelId="{7E318824-986A-4AF5-A24B-8328256CE7C2}" type="presParOf" srcId="{1F794DF2-89A1-437D-B041-8C2676179F81}" destId="{2426BD27-AD7D-4F41-BC20-232224582F7F}" srcOrd="1" destOrd="0" presId="urn:microsoft.com/office/officeart/2018/2/layout/IconLabelList"/>
    <dgm:cxn modelId="{9100263C-9CA4-4AD5-94AB-EBF578404CB3}" type="presParOf" srcId="{1F794DF2-89A1-437D-B041-8C2676179F81}" destId="{28E3EE0E-6776-4B20-93CE-751FAEE2FA91}"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AB34044-A8C7-46B0-8335-11711BD509EF}"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4E9B0A8B-40A2-4C5E-B6B1-3003EE716774}">
      <dgm:prSet/>
      <dgm:spPr/>
      <dgm:t>
        <a:bodyPr/>
        <a:lstStyle/>
        <a:p>
          <a:pPr>
            <a:lnSpc>
              <a:spcPct val="100000"/>
            </a:lnSpc>
          </a:pPr>
          <a:r>
            <a:rPr lang="es-ES"/>
            <a:t>Conocer arquitectura de las GPUs</a:t>
          </a:r>
          <a:endParaRPr lang="en-US"/>
        </a:p>
      </dgm:t>
    </dgm:pt>
    <dgm:pt modelId="{4C71DFA7-2B74-4108-BB8E-471262996A63}" type="parTrans" cxnId="{89F46042-2731-4726-805F-A6A3A4DD3E22}">
      <dgm:prSet/>
      <dgm:spPr/>
      <dgm:t>
        <a:bodyPr/>
        <a:lstStyle/>
        <a:p>
          <a:endParaRPr lang="en-US"/>
        </a:p>
      </dgm:t>
    </dgm:pt>
    <dgm:pt modelId="{DF347985-6D1A-4D28-A137-67D962519B13}" type="sibTrans" cxnId="{89F46042-2731-4726-805F-A6A3A4DD3E22}">
      <dgm:prSet/>
      <dgm:spPr/>
      <dgm:t>
        <a:bodyPr/>
        <a:lstStyle/>
        <a:p>
          <a:endParaRPr lang="en-US"/>
        </a:p>
      </dgm:t>
    </dgm:pt>
    <dgm:pt modelId="{978CFE5D-8AAF-49ED-BD97-66426A0463BC}">
      <dgm:prSet/>
      <dgm:spPr/>
      <dgm:t>
        <a:bodyPr/>
        <a:lstStyle/>
        <a:p>
          <a:pPr>
            <a:lnSpc>
              <a:spcPct val="100000"/>
            </a:lnSpc>
          </a:pPr>
          <a:r>
            <a:rPr lang="es-ES"/>
            <a:t>Entender el modelo de programación</a:t>
          </a:r>
          <a:endParaRPr lang="en-US"/>
        </a:p>
      </dgm:t>
    </dgm:pt>
    <dgm:pt modelId="{0095CE3C-7F3C-46BB-9F39-D4206830F7DE}" type="parTrans" cxnId="{CE8A24AC-7D52-4AB0-A6A3-72F6087E3EFF}">
      <dgm:prSet/>
      <dgm:spPr/>
      <dgm:t>
        <a:bodyPr/>
        <a:lstStyle/>
        <a:p>
          <a:endParaRPr lang="en-US"/>
        </a:p>
      </dgm:t>
    </dgm:pt>
    <dgm:pt modelId="{3B935A97-6401-4E44-A38F-DBB135C8B488}" type="sibTrans" cxnId="{CE8A24AC-7D52-4AB0-A6A3-72F6087E3EFF}">
      <dgm:prSet/>
      <dgm:spPr/>
      <dgm:t>
        <a:bodyPr/>
        <a:lstStyle/>
        <a:p>
          <a:endParaRPr lang="en-US"/>
        </a:p>
      </dgm:t>
    </dgm:pt>
    <dgm:pt modelId="{FDF478D9-6BCC-4D0A-9673-2686493597CC}">
      <dgm:prSet/>
      <dgm:spPr/>
      <dgm:t>
        <a:bodyPr/>
        <a:lstStyle/>
        <a:p>
          <a:pPr>
            <a:lnSpc>
              <a:spcPct val="100000"/>
            </a:lnSpc>
          </a:pPr>
          <a:r>
            <a:rPr lang="es-ES"/>
            <a:t>Desarrollar código para GPUs con CUDA</a:t>
          </a:r>
          <a:endParaRPr lang="en-US"/>
        </a:p>
      </dgm:t>
    </dgm:pt>
    <dgm:pt modelId="{9978873F-6163-46D6-B532-833152005F26}" type="parTrans" cxnId="{75A6AEB3-B5BC-499C-BC44-7AAA87D11FDE}">
      <dgm:prSet/>
      <dgm:spPr/>
      <dgm:t>
        <a:bodyPr/>
        <a:lstStyle/>
        <a:p>
          <a:endParaRPr lang="en-US"/>
        </a:p>
      </dgm:t>
    </dgm:pt>
    <dgm:pt modelId="{A7359B4E-2007-482F-9498-02B9E972D3D7}" type="sibTrans" cxnId="{75A6AEB3-B5BC-499C-BC44-7AAA87D11FDE}">
      <dgm:prSet/>
      <dgm:spPr/>
      <dgm:t>
        <a:bodyPr/>
        <a:lstStyle/>
        <a:p>
          <a:endParaRPr lang="en-US"/>
        </a:p>
      </dgm:t>
    </dgm:pt>
    <dgm:pt modelId="{A04CB687-6F65-42BB-97C0-B0CC36FB8E6E}">
      <dgm:prSet/>
      <dgm:spPr/>
      <dgm:t>
        <a:bodyPr/>
        <a:lstStyle/>
        <a:p>
          <a:pPr>
            <a:lnSpc>
              <a:spcPct val="100000"/>
            </a:lnSpc>
          </a:pPr>
          <a:r>
            <a:rPr lang="es-ES"/>
            <a:t>Aprender técnicas de optimización de código para GPUs</a:t>
          </a:r>
          <a:endParaRPr lang="en-US"/>
        </a:p>
      </dgm:t>
    </dgm:pt>
    <dgm:pt modelId="{89088DD5-A2B9-4CA8-A644-2F4B1DF801B5}" type="parTrans" cxnId="{F879AC87-5E52-4909-8471-9B960CC807CF}">
      <dgm:prSet/>
      <dgm:spPr/>
      <dgm:t>
        <a:bodyPr/>
        <a:lstStyle/>
        <a:p>
          <a:endParaRPr lang="en-US"/>
        </a:p>
      </dgm:t>
    </dgm:pt>
    <dgm:pt modelId="{BAE80F46-666C-4704-95FD-A8F2FE982A9A}" type="sibTrans" cxnId="{F879AC87-5E52-4909-8471-9B960CC807CF}">
      <dgm:prSet/>
      <dgm:spPr/>
      <dgm:t>
        <a:bodyPr/>
        <a:lstStyle/>
        <a:p>
          <a:endParaRPr lang="en-US"/>
        </a:p>
      </dgm:t>
    </dgm:pt>
    <dgm:pt modelId="{76CB9F12-1B76-4620-B098-895B0DD8FA78}" type="pres">
      <dgm:prSet presAssocID="{3AB34044-A8C7-46B0-8335-11711BD509EF}" presName="root" presStyleCnt="0">
        <dgm:presLayoutVars>
          <dgm:dir/>
          <dgm:resizeHandles val="exact"/>
        </dgm:presLayoutVars>
      </dgm:prSet>
      <dgm:spPr/>
    </dgm:pt>
    <dgm:pt modelId="{FF1C51EA-1E3A-4CA5-B84F-C16ED269EA0F}" type="pres">
      <dgm:prSet presAssocID="{4E9B0A8B-40A2-4C5E-B6B1-3003EE716774}" presName="compNode" presStyleCnt="0"/>
      <dgm:spPr/>
    </dgm:pt>
    <dgm:pt modelId="{A37249EC-CDAF-473C-A8E8-DABA1DA70AF7}" type="pres">
      <dgm:prSet presAssocID="{4E9B0A8B-40A2-4C5E-B6B1-3003EE716774}" presName="bgRect" presStyleLbl="bgShp" presStyleIdx="0" presStyleCnt="4"/>
      <dgm:spPr/>
    </dgm:pt>
    <dgm:pt modelId="{87811FE1-5D35-412E-A99C-9695609BA11F}" type="pres">
      <dgm:prSet presAssocID="{4E9B0A8B-40A2-4C5E-B6B1-3003EE716774}"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Base de datos"/>
        </a:ext>
      </dgm:extLst>
    </dgm:pt>
    <dgm:pt modelId="{662B0D94-FC37-4F75-8257-8611642B712E}" type="pres">
      <dgm:prSet presAssocID="{4E9B0A8B-40A2-4C5E-B6B1-3003EE716774}" presName="spaceRect" presStyleCnt="0"/>
      <dgm:spPr/>
    </dgm:pt>
    <dgm:pt modelId="{82E97AA4-5BA9-4789-9B3E-97BD4AAE319E}" type="pres">
      <dgm:prSet presAssocID="{4E9B0A8B-40A2-4C5E-B6B1-3003EE716774}" presName="parTx" presStyleLbl="revTx" presStyleIdx="0" presStyleCnt="4">
        <dgm:presLayoutVars>
          <dgm:chMax val="0"/>
          <dgm:chPref val="0"/>
        </dgm:presLayoutVars>
      </dgm:prSet>
      <dgm:spPr/>
    </dgm:pt>
    <dgm:pt modelId="{3CBD70C2-B6EF-4B84-9F2A-AA2A383D4A4E}" type="pres">
      <dgm:prSet presAssocID="{DF347985-6D1A-4D28-A137-67D962519B13}" presName="sibTrans" presStyleCnt="0"/>
      <dgm:spPr/>
    </dgm:pt>
    <dgm:pt modelId="{1CE086A1-53BD-49AC-AFA8-185268A435D8}" type="pres">
      <dgm:prSet presAssocID="{978CFE5D-8AAF-49ED-BD97-66426A0463BC}" presName="compNode" presStyleCnt="0"/>
      <dgm:spPr/>
    </dgm:pt>
    <dgm:pt modelId="{B8C3F3DB-79FE-4F65-83DB-819ABC155C2B}" type="pres">
      <dgm:prSet presAssocID="{978CFE5D-8AAF-49ED-BD97-66426A0463BC}" presName="bgRect" presStyleLbl="bgShp" presStyleIdx="1" presStyleCnt="4"/>
      <dgm:spPr/>
    </dgm:pt>
    <dgm:pt modelId="{B5A9B68C-E545-4D1B-9FB6-D56BA1D671A8}" type="pres">
      <dgm:prSet presAssocID="{978CFE5D-8AAF-49ED-BD97-66426A0463BC}"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Marca de verificación"/>
        </a:ext>
      </dgm:extLst>
    </dgm:pt>
    <dgm:pt modelId="{5520C8A3-D55A-470A-B993-29589E10B388}" type="pres">
      <dgm:prSet presAssocID="{978CFE5D-8AAF-49ED-BD97-66426A0463BC}" presName="spaceRect" presStyleCnt="0"/>
      <dgm:spPr/>
    </dgm:pt>
    <dgm:pt modelId="{3B3DE7C3-ED84-491A-A120-F60237B7EE4B}" type="pres">
      <dgm:prSet presAssocID="{978CFE5D-8AAF-49ED-BD97-66426A0463BC}" presName="parTx" presStyleLbl="revTx" presStyleIdx="1" presStyleCnt="4">
        <dgm:presLayoutVars>
          <dgm:chMax val="0"/>
          <dgm:chPref val="0"/>
        </dgm:presLayoutVars>
      </dgm:prSet>
      <dgm:spPr/>
    </dgm:pt>
    <dgm:pt modelId="{39E75D21-897B-4B3C-8950-279CA9F76B2D}" type="pres">
      <dgm:prSet presAssocID="{3B935A97-6401-4E44-A38F-DBB135C8B488}" presName="sibTrans" presStyleCnt="0"/>
      <dgm:spPr/>
    </dgm:pt>
    <dgm:pt modelId="{5348BF78-5FC6-4841-812E-0B212A5B1ADE}" type="pres">
      <dgm:prSet presAssocID="{FDF478D9-6BCC-4D0A-9673-2686493597CC}" presName="compNode" presStyleCnt="0"/>
      <dgm:spPr/>
    </dgm:pt>
    <dgm:pt modelId="{B940CD50-83DC-41CB-9C88-CF5CF9AEAD72}" type="pres">
      <dgm:prSet presAssocID="{FDF478D9-6BCC-4D0A-9673-2686493597CC}" presName="bgRect" presStyleLbl="bgShp" presStyleIdx="2" presStyleCnt="4"/>
      <dgm:spPr/>
    </dgm:pt>
    <dgm:pt modelId="{25911AD7-4531-43BC-AE55-A3D0011DF725}" type="pres">
      <dgm:prSet presAssocID="{FDF478D9-6BCC-4D0A-9673-2686493597CC}"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Ordenador"/>
        </a:ext>
      </dgm:extLst>
    </dgm:pt>
    <dgm:pt modelId="{F052C60D-AC0A-44B2-917A-59ECB741F628}" type="pres">
      <dgm:prSet presAssocID="{FDF478D9-6BCC-4D0A-9673-2686493597CC}" presName="spaceRect" presStyleCnt="0"/>
      <dgm:spPr/>
    </dgm:pt>
    <dgm:pt modelId="{24312828-01E9-4BE8-87AF-EF2935A0AEDB}" type="pres">
      <dgm:prSet presAssocID="{FDF478D9-6BCC-4D0A-9673-2686493597CC}" presName="parTx" presStyleLbl="revTx" presStyleIdx="2" presStyleCnt="4">
        <dgm:presLayoutVars>
          <dgm:chMax val="0"/>
          <dgm:chPref val="0"/>
        </dgm:presLayoutVars>
      </dgm:prSet>
      <dgm:spPr/>
    </dgm:pt>
    <dgm:pt modelId="{6E5E8217-6606-48D9-A63E-92B33C354AB4}" type="pres">
      <dgm:prSet presAssocID="{A7359B4E-2007-482F-9498-02B9E972D3D7}" presName="sibTrans" presStyleCnt="0"/>
      <dgm:spPr/>
    </dgm:pt>
    <dgm:pt modelId="{C494372B-5F8D-4E12-AC08-A08A2D7D37B9}" type="pres">
      <dgm:prSet presAssocID="{A04CB687-6F65-42BB-97C0-B0CC36FB8E6E}" presName="compNode" presStyleCnt="0"/>
      <dgm:spPr/>
    </dgm:pt>
    <dgm:pt modelId="{17AA2E88-084A-4DAA-9301-1F529464E4A0}" type="pres">
      <dgm:prSet presAssocID="{A04CB687-6F65-42BB-97C0-B0CC36FB8E6E}" presName="bgRect" presStyleLbl="bgShp" presStyleIdx="3" presStyleCnt="4"/>
      <dgm:spPr/>
    </dgm:pt>
    <dgm:pt modelId="{9C1105CA-D756-45A1-B15F-E1CAC0427F51}" type="pres">
      <dgm:prSet presAssocID="{A04CB687-6F65-42BB-97C0-B0CC36FB8E6E}"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Head with Gears"/>
        </a:ext>
      </dgm:extLst>
    </dgm:pt>
    <dgm:pt modelId="{B0CB6BA2-A3E3-46EF-AF5D-E7156EF9F3AE}" type="pres">
      <dgm:prSet presAssocID="{A04CB687-6F65-42BB-97C0-B0CC36FB8E6E}" presName="spaceRect" presStyleCnt="0"/>
      <dgm:spPr/>
    </dgm:pt>
    <dgm:pt modelId="{DE7A2793-04E5-4171-AF85-A0E5752091FA}" type="pres">
      <dgm:prSet presAssocID="{A04CB687-6F65-42BB-97C0-B0CC36FB8E6E}" presName="parTx" presStyleLbl="revTx" presStyleIdx="3" presStyleCnt="4">
        <dgm:presLayoutVars>
          <dgm:chMax val="0"/>
          <dgm:chPref val="0"/>
        </dgm:presLayoutVars>
      </dgm:prSet>
      <dgm:spPr/>
    </dgm:pt>
  </dgm:ptLst>
  <dgm:cxnLst>
    <dgm:cxn modelId="{89F46042-2731-4726-805F-A6A3A4DD3E22}" srcId="{3AB34044-A8C7-46B0-8335-11711BD509EF}" destId="{4E9B0A8B-40A2-4C5E-B6B1-3003EE716774}" srcOrd="0" destOrd="0" parTransId="{4C71DFA7-2B74-4108-BB8E-471262996A63}" sibTransId="{DF347985-6D1A-4D28-A137-67D962519B13}"/>
    <dgm:cxn modelId="{6CB33850-5F72-4618-BDC5-4776F6F32178}" type="presOf" srcId="{FDF478D9-6BCC-4D0A-9673-2686493597CC}" destId="{24312828-01E9-4BE8-87AF-EF2935A0AEDB}" srcOrd="0" destOrd="0" presId="urn:microsoft.com/office/officeart/2018/2/layout/IconVerticalSolidList"/>
    <dgm:cxn modelId="{E4FFDA65-A546-447E-80AF-36358733FA4E}" type="presOf" srcId="{978CFE5D-8AAF-49ED-BD97-66426A0463BC}" destId="{3B3DE7C3-ED84-491A-A120-F60237B7EE4B}" srcOrd="0" destOrd="0" presId="urn:microsoft.com/office/officeart/2018/2/layout/IconVerticalSolidList"/>
    <dgm:cxn modelId="{1C15AC6C-C999-4812-9634-25F7D25E3C45}" type="presOf" srcId="{A04CB687-6F65-42BB-97C0-B0CC36FB8E6E}" destId="{DE7A2793-04E5-4171-AF85-A0E5752091FA}" srcOrd="0" destOrd="0" presId="urn:microsoft.com/office/officeart/2018/2/layout/IconVerticalSolidList"/>
    <dgm:cxn modelId="{37C3866F-9021-4FB7-A02B-68ACDDD4FDE4}" type="presOf" srcId="{3AB34044-A8C7-46B0-8335-11711BD509EF}" destId="{76CB9F12-1B76-4620-B098-895B0DD8FA78}" srcOrd="0" destOrd="0" presId="urn:microsoft.com/office/officeart/2018/2/layout/IconVerticalSolidList"/>
    <dgm:cxn modelId="{F879AC87-5E52-4909-8471-9B960CC807CF}" srcId="{3AB34044-A8C7-46B0-8335-11711BD509EF}" destId="{A04CB687-6F65-42BB-97C0-B0CC36FB8E6E}" srcOrd="3" destOrd="0" parTransId="{89088DD5-A2B9-4CA8-A644-2F4B1DF801B5}" sibTransId="{BAE80F46-666C-4704-95FD-A8F2FE982A9A}"/>
    <dgm:cxn modelId="{075DCD94-1FDD-4BA1-94E2-7099DB8B72F8}" type="presOf" srcId="{4E9B0A8B-40A2-4C5E-B6B1-3003EE716774}" destId="{82E97AA4-5BA9-4789-9B3E-97BD4AAE319E}" srcOrd="0" destOrd="0" presId="urn:microsoft.com/office/officeart/2018/2/layout/IconVerticalSolidList"/>
    <dgm:cxn modelId="{CE8A24AC-7D52-4AB0-A6A3-72F6087E3EFF}" srcId="{3AB34044-A8C7-46B0-8335-11711BD509EF}" destId="{978CFE5D-8AAF-49ED-BD97-66426A0463BC}" srcOrd="1" destOrd="0" parTransId="{0095CE3C-7F3C-46BB-9F39-D4206830F7DE}" sibTransId="{3B935A97-6401-4E44-A38F-DBB135C8B488}"/>
    <dgm:cxn modelId="{75A6AEB3-B5BC-499C-BC44-7AAA87D11FDE}" srcId="{3AB34044-A8C7-46B0-8335-11711BD509EF}" destId="{FDF478D9-6BCC-4D0A-9673-2686493597CC}" srcOrd="2" destOrd="0" parTransId="{9978873F-6163-46D6-B532-833152005F26}" sibTransId="{A7359B4E-2007-482F-9498-02B9E972D3D7}"/>
    <dgm:cxn modelId="{C1FA2C45-04E2-4C02-B705-70698759B555}" type="presParOf" srcId="{76CB9F12-1B76-4620-B098-895B0DD8FA78}" destId="{FF1C51EA-1E3A-4CA5-B84F-C16ED269EA0F}" srcOrd="0" destOrd="0" presId="urn:microsoft.com/office/officeart/2018/2/layout/IconVerticalSolidList"/>
    <dgm:cxn modelId="{24AD52CA-16FA-4CDE-ABDD-2EEC3A5C2BD9}" type="presParOf" srcId="{FF1C51EA-1E3A-4CA5-B84F-C16ED269EA0F}" destId="{A37249EC-CDAF-473C-A8E8-DABA1DA70AF7}" srcOrd="0" destOrd="0" presId="urn:microsoft.com/office/officeart/2018/2/layout/IconVerticalSolidList"/>
    <dgm:cxn modelId="{EF6D30BD-5361-4A60-B970-F7C9B43F83FE}" type="presParOf" srcId="{FF1C51EA-1E3A-4CA5-B84F-C16ED269EA0F}" destId="{87811FE1-5D35-412E-A99C-9695609BA11F}" srcOrd="1" destOrd="0" presId="urn:microsoft.com/office/officeart/2018/2/layout/IconVerticalSolidList"/>
    <dgm:cxn modelId="{681E0C94-0D0E-4075-9D1E-7FA98358E15A}" type="presParOf" srcId="{FF1C51EA-1E3A-4CA5-B84F-C16ED269EA0F}" destId="{662B0D94-FC37-4F75-8257-8611642B712E}" srcOrd="2" destOrd="0" presId="urn:microsoft.com/office/officeart/2018/2/layout/IconVerticalSolidList"/>
    <dgm:cxn modelId="{AC91C58F-4C72-454B-91C2-1560B0D4EAE4}" type="presParOf" srcId="{FF1C51EA-1E3A-4CA5-B84F-C16ED269EA0F}" destId="{82E97AA4-5BA9-4789-9B3E-97BD4AAE319E}" srcOrd="3" destOrd="0" presId="urn:microsoft.com/office/officeart/2018/2/layout/IconVerticalSolidList"/>
    <dgm:cxn modelId="{61F20DB8-2E9F-4775-B141-C716ACE2895F}" type="presParOf" srcId="{76CB9F12-1B76-4620-B098-895B0DD8FA78}" destId="{3CBD70C2-B6EF-4B84-9F2A-AA2A383D4A4E}" srcOrd="1" destOrd="0" presId="urn:microsoft.com/office/officeart/2018/2/layout/IconVerticalSolidList"/>
    <dgm:cxn modelId="{1E5FF1B3-CDF8-48CF-9AD0-B265268641C0}" type="presParOf" srcId="{76CB9F12-1B76-4620-B098-895B0DD8FA78}" destId="{1CE086A1-53BD-49AC-AFA8-185268A435D8}" srcOrd="2" destOrd="0" presId="urn:microsoft.com/office/officeart/2018/2/layout/IconVerticalSolidList"/>
    <dgm:cxn modelId="{96175B0E-15B5-468D-8F57-1A9CDB708F71}" type="presParOf" srcId="{1CE086A1-53BD-49AC-AFA8-185268A435D8}" destId="{B8C3F3DB-79FE-4F65-83DB-819ABC155C2B}" srcOrd="0" destOrd="0" presId="urn:microsoft.com/office/officeart/2018/2/layout/IconVerticalSolidList"/>
    <dgm:cxn modelId="{2621BEFB-5D52-4161-B434-A52C1A04F474}" type="presParOf" srcId="{1CE086A1-53BD-49AC-AFA8-185268A435D8}" destId="{B5A9B68C-E545-4D1B-9FB6-D56BA1D671A8}" srcOrd="1" destOrd="0" presId="urn:microsoft.com/office/officeart/2018/2/layout/IconVerticalSolidList"/>
    <dgm:cxn modelId="{9ADB05EF-8D1D-4D4D-86DB-5BA473E338B9}" type="presParOf" srcId="{1CE086A1-53BD-49AC-AFA8-185268A435D8}" destId="{5520C8A3-D55A-470A-B993-29589E10B388}" srcOrd="2" destOrd="0" presId="urn:microsoft.com/office/officeart/2018/2/layout/IconVerticalSolidList"/>
    <dgm:cxn modelId="{8C8157DA-6F5D-4E75-AA5D-01FBA49D53C5}" type="presParOf" srcId="{1CE086A1-53BD-49AC-AFA8-185268A435D8}" destId="{3B3DE7C3-ED84-491A-A120-F60237B7EE4B}" srcOrd="3" destOrd="0" presId="urn:microsoft.com/office/officeart/2018/2/layout/IconVerticalSolidList"/>
    <dgm:cxn modelId="{01EFB2DF-3D28-400F-BD7B-D9C8B6C53C5F}" type="presParOf" srcId="{76CB9F12-1B76-4620-B098-895B0DD8FA78}" destId="{39E75D21-897B-4B3C-8950-279CA9F76B2D}" srcOrd="3" destOrd="0" presId="urn:microsoft.com/office/officeart/2018/2/layout/IconVerticalSolidList"/>
    <dgm:cxn modelId="{D2879D4F-4E69-427F-B10E-DCE7E2D924FB}" type="presParOf" srcId="{76CB9F12-1B76-4620-B098-895B0DD8FA78}" destId="{5348BF78-5FC6-4841-812E-0B212A5B1ADE}" srcOrd="4" destOrd="0" presId="urn:microsoft.com/office/officeart/2018/2/layout/IconVerticalSolidList"/>
    <dgm:cxn modelId="{2DBE3DB5-11AE-4132-8330-036166FB7262}" type="presParOf" srcId="{5348BF78-5FC6-4841-812E-0B212A5B1ADE}" destId="{B940CD50-83DC-41CB-9C88-CF5CF9AEAD72}" srcOrd="0" destOrd="0" presId="urn:microsoft.com/office/officeart/2018/2/layout/IconVerticalSolidList"/>
    <dgm:cxn modelId="{F3060487-466A-4E92-BAA9-99A9BCB47708}" type="presParOf" srcId="{5348BF78-5FC6-4841-812E-0B212A5B1ADE}" destId="{25911AD7-4531-43BC-AE55-A3D0011DF725}" srcOrd="1" destOrd="0" presId="urn:microsoft.com/office/officeart/2018/2/layout/IconVerticalSolidList"/>
    <dgm:cxn modelId="{4528603A-87B5-420C-BA79-1EE7F886EA08}" type="presParOf" srcId="{5348BF78-5FC6-4841-812E-0B212A5B1ADE}" destId="{F052C60D-AC0A-44B2-917A-59ECB741F628}" srcOrd="2" destOrd="0" presId="urn:microsoft.com/office/officeart/2018/2/layout/IconVerticalSolidList"/>
    <dgm:cxn modelId="{92CE1487-0991-4319-9732-1ED8DFDAE886}" type="presParOf" srcId="{5348BF78-5FC6-4841-812E-0B212A5B1ADE}" destId="{24312828-01E9-4BE8-87AF-EF2935A0AEDB}" srcOrd="3" destOrd="0" presId="urn:microsoft.com/office/officeart/2018/2/layout/IconVerticalSolidList"/>
    <dgm:cxn modelId="{3D77AB5E-8C7D-4479-8476-04E6B863E0C3}" type="presParOf" srcId="{76CB9F12-1B76-4620-B098-895B0DD8FA78}" destId="{6E5E8217-6606-48D9-A63E-92B33C354AB4}" srcOrd="5" destOrd="0" presId="urn:microsoft.com/office/officeart/2018/2/layout/IconVerticalSolidList"/>
    <dgm:cxn modelId="{032400DC-4CB7-4259-A2B9-4952325E0C2F}" type="presParOf" srcId="{76CB9F12-1B76-4620-B098-895B0DD8FA78}" destId="{C494372B-5F8D-4E12-AC08-A08A2D7D37B9}" srcOrd="6" destOrd="0" presId="urn:microsoft.com/office/officeart/2018/2/layout/IconVerticalSolidList"/>
    <dgm:cxn modelId="{D681BCEB-579D-40F8-9414-05549AEAE77D}" type="presParOf" srcId="{C494372B-5F8D-4E12-AC08-A08A2D7D37B9}" destId="{17AA2E88-084A-4DAA-9301-1F529464E4A0}" srcOrd="0" destOrd="0" presId="urn:microsoft.com/office/officeart/2018/2/layout/IconVerticalSolidList"/>
    <dgm:cxn modelId="{4349D797-5309-4D07-B6F4-21B2513834DE}" type="presParOf" srcId="{C494372B-5F8D-4E12-AC08-A08A2D7D37B9}" destId="{9C1105CA-D756-45A1-B15F-E1CAC0427F51}" srcOrd="1" destOrd="0" presId="urn:microsoft.com/office/officeart/2018/2/layout/IconVerticalSolidList"/>
    <dgm:cxn modelId="{E0B53A77-B65A-4B67-B6DB-13A2481D58E8}" type="presParOf" srcId="{C494372B-5F8D-4E12-AC08-A08A2D7D37B9}" destId="{B0CB6BA2-A3E3-46EF-AF5D-E7156EF9F3AE}" srcOrd="2" destOrd="0" presId="urn:microsoft.com/office/officeart/2018/2/layout/IconVerticalSolidList"/>
    <dgm:cxn modelId="{9FAFC797-A108-405B-AEAB-43AC54DC97DB}" type="presParOf" srcId="{C494372B-5F8D-4E12-AC08-A08A2D7D37B9}" destId="{DE7A2793-04E5-4171-AF85-A0E5752091FA}"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1148A394-A8F0-4873-8ED3-01A6B6439F4D}"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CDF4B71F-B1A5-41B3-BDF5-BF3BB3655CC9}">
      <dgm:prSet/>
      <dgm:spPr/>
      <dgm:t>
        <a:bodyPr/>
        <a:lstStyle/>
        <a:p>
          <a:pPr>
            <a:lnSpc>
              <a:spcPct val="100000"/>
            </a:lnSpc>
          </a:pPr>
          <a:r>
            <a:rPr lang="es-ES" dirty="0"/>
            <a:t>Tema 1. El modelo de programación CUDA</a:t>
          </a:r>
          <a:endParaRPr lang="en-US" dirty="0"/>
        </a:p>
      </dgm:t>
    </dgm:pt>
    <dgm:pt modelId="{D3DE223A-6F20-43FD-84F9-7982DEC93234}" type="parTrans" cxnId="{B9F802FF-BDBD-492D-BC42-2C7A378F4419}">
      <dgm:prSet/>
      <dgm:spPr/>
      <dgm:t>
        <a:bodyPr/>
        <a:lstStyle/>
        <a:p>
          <a:endParaRPr lang="en-US"/>
        </a:p>
      </dgm:t>
    </dgm:pt>
    <dgm:pt modelId="{836002BF-F756-4C5F-ABF2-4EF749513C97}" type="sibTrans" cxnId="{B9F802FF-BDBD-492D-BC42-2C7A378F4419}">
      <dgm:prSet/>
      <dgm:spPr/>
      <dgm:t>
        <a:bodyPr/>
        <a:lstStyle/>
        <a:p>
          <a:endParaRPr lang="en-US"/>
        </a:p>
      </dgm:t>
    </dgm:pt>
    <dgm:pt modelId="{B5EA483C-017B-4E3B-9273-EFE98902A3C9}">
      <dgm:prSet/>
      <dgm:spPr/>
      <dgm:t>
        <a:bodyPr/>
        <a:lstStyle/>
        <a:p>
          <a:pPr>
            <a:lnSpc>
              <a:spcPct val="100000"/>
            </a:lnSpc>
          </a:pPr>
          <a:r>
            <a:rPr lang="es-ES"/>
            <a:t>Tema 2. El modelo hardware de las GPUs</a:t>
          </a:r>
          <a:endParaRPr lang="en-US"/>
        </a:p>
      </dgm:t>
    </dgm:pt>
    <dgm:pt modelId="{DB150605-6AF8-4BD2-863A-98BB666815D8}" type="parTrans" cxnId="{20E7A043-D63F-41D9-9749-CE9A17100712}">
      <dgm:prSet/>
      <dgm:spPr/>
      <dgm:t>
        <a:bodyPr/>
        <a:lstStyle/>
        <a:p>
          <a:endParaRPr lang="en-US"/>
        </a:p>
      </dgm:t>
    </dgm:pt>
    <dgm:pt modelId="{63B73A8E-52D3-4B7D-9BF0-4FD42A7742A1}" type="sibTrans" cxnId="{20E7A043-D63F-41D9-9749-CE9A17100712}">
      <dgm:prSet/>
      <dgm:spPr/>
      <dgm:t>
        <a:bodyPr/>
        <a:lstStyle/>
        <a:p>
          <a:endParaRPr lang="en-US"/>
        </a:p>
      </dgm:t>
    </dgm:pt>
    <dgm:pt modelId="{E9216255-1CD3-49AF-BC6A-0D7F44EE4156}">
      <dgm:prSet/>
      <dgm:spPr/>
      <dgm:t>
        <a:bodyPr/>
        <a:lstStyle/>
        <a:p>
          <a:pPr>
            <a:lnSpc>
              <a:spcPct val="100000"/>
            </a:lnSpc>
          </a:pPr>
          <a:r>
            <a:rPr lang="es-ES"/>
            <a:t>Tema 3. Optimización de aplicaciones</a:t>
          </a:r>
          <a:endParaRPr lang="en-US"/>
        </a:p>
      </dgm:t>
    </dgm:pt>
    <dgm:pt modelId="{9810E10A-63D3-4BE3-B64C-AB3464F080F7}" type="parTrans" cxnId="{E95F13B6-371F-492D-AFBD-EEAAD9519C94}">
      <dgm:prSet/>
      <dgm:spPr/>
      <dgm:t>
        <a:bodyPr/>
        <a:lstStyle/>
        <a:p>
          <a:endParaRPr lang="en-US"/>
        </a:p>
      </dgm:t>
    </dgm:pt>
    <dgm:pt modelId="{07D5CC06-E392-4592-88F8-16B7002E27B4}" type="sibTrans" cxnId="{E95F13B6-371F-492D-AFBD-EEAAD9519C94}">
      <dgm:prSet/>
      <dgm:spPr/>
      <dgm:t>
        <a:bodyPr/>
        <a:lstStyle/>
        <a:p>
          <a:endParaRPr lang="en-US"/>
        </a:p>
      </dgm:t>
    </dgm:pt>
    <dgm:pt modelId="{2B3212B5-7BCA-4AF8-900A-D1F5884122B3}">
      <dgm:prSet/>
      <dgm:spPr/>
      <dgm:t>
        <a:bodyPr/>
        <a:lstStyle/>
        <a:p>
          <a:pPr>
            <a:lnSpc>
              <a:spcPct val="100000"/>
            </a:lnSpc>
          </a:pPr>
          <a:r>
            <a:rPr lang="es-ES" dirty="0"/>
            <a:t>Tema 4. Interfaz de programación</a:t>
          </a:r>
          <a:endParaRPr lang="en-US" dirty="0"/>
        </a:p>
      </dgm:t>
    </dgm:pt>
    <dgm:pt modelId="{32222946-236A-4166-845B-883F44461B27}" type="parTrans" cxnId="{9656200B-95DD-4979-A353-DADBF3CD4045}">
      <dgm:prSet/>
      <dgm:spPr/>
      <dgm:t>
        <a:bodyPr/>
        <a:lstStyle/>
        <a:p>
          <a:endParaRPr lang="en-US"/>
        </a:p>
      </dgm:t>
    </dgm:pt>
    <dgm:pt modelId="{6EDA3E1C-72EC-4FA4-B9BD-C2D8DCA52A96}" type="sibTrans" cxnId="{9656200B-95DD-4979-A353-DADBF3CD4045}">
      <dgm:prSet/>
      <dgm:spPr/>
      <dgm:t>
        <a:bodyPr/>
        <a:lstStyle/>
        <a:p>
          <a:endParaRPr lang="en-US"/>
        </a:p>
      </dgm:t>
    </dgm:pt>
    <dgm:pt modelId="{C5D0DA6D-C7CA-BF48-9CDB-8A6464C87E63}">
      <dgm:prSet/>
      <dgm:spPr/>
      <dgm:t>
        <a:bodyPr/>
        <a:lstStyle/>
        <a:p>
          <a:pPr>
            <a:lnSpc>
              <a:spcPct val="100000"/>
            </a:lnSpc>
          </a:pPr>
          <a:r>
            <a:rPr lang="es-ES" dirty="0"/>
            <a:t>Ejercicios</a:t>
          </a:r>
        </a:p>
      </dgm:t>
    </dgm:pt>
    <dgm:pt modelId="{D5BAF84D-8060-FE4A-BD74-2518F714DEE3}" type="parTrans" cxnId="{457C5314-49CE-FD47-BBE2-E023AB54C134}">
      <dgm:prSet/>
      <dgm:spPr/>
      <dgm:t>
        <a:bodyPr/>
        <a:lstStyle/>
        <a:p>
          <a:endParaRPr lang="es-ES"/>
        </a:p>
      </dgm:t>
    </dgm:pt>
    <dgm:pt modelId="{EAE08D0A-C57C-064E-8224-36DE27F515E2}" type="sibTrans" cxnId="{457C5314-49CE-FD47-BBE2-E023AB54C134}">
      <dgm:prSet/>
      <dgm:spPr/>
      <dgm:t>
        <a:bodyPr/>
        <a:lstStyle/>
        <a:p>
          <a:endParaRPr lang="es-ES"/>
        </a:p>
      </dgm:t>
    </dgm:pt>
    <dgm:pt modelId="{DD254441-6877-43BD-B6A0-114A4A98A349}" type="pres">
      <dgm:prSet presAssocID="{1148A394-A8F0-4873-8ED3-01A6B6439F4D}" presName="root" presStyleCnt="0">
        <dgm:presLayoutVars>
          <dgm:dir/>
          <dgm:resizeHandles val="exact"/>
        </dgm:presLayoutVars>
      </dgm:prSet>
      <dgm:spPr/>
    </dgm:pt>
    <dgm:pt modelId="{4234F19F-69A3-412B-A8A8-2378EA7E3FAC}" type="pres">
      <dgm:prSet presAssocID="{CDF4B71F-B1A5-41B3-BDF5-BF3BB3655CC9}" presName="compNode" presStyleCnt="0"/>
      <dgm:spPr/>
    </dgm:pt>
    <dgm:pt modelId="{BFC05DD3-6651-479E-827A-7A1686BA87B8}" type="pres">
      <dgm:prSet presAssocID="{CDF4B71F-B1A5-41B3-BDF5-BF3BB3655CC9}" presName="bgRect" presStyleLbl="bgShp" presStyleIdx="0" presStyleCnt="5"/>
      <dgm:spPr/>
    </dgm:pt>
    <dgm:pt modelId="{450BEAC1-7A00-4AD9-A01F-D0E9855F1B55}" type="pres">
      <dgm:prSet presAssocID="{CDF4B71F-B1A5-41B3-BDF5-BF3BB3655CC9}"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Maestro"/>
        </a:ext>
      </dgm:extLst>
    </dgm:pt>
    <dgm:pt modelId="{88E4B873-1915-4B54-97ED-B8142DC7FC4B}" type="pres">
      <dgm:prSet presAssocID="{CDF4B71F-B1A5-41B3-BDF5-BF3BB3655CC9}" presName="spaceRect" presStyleCnt="0"/>
      <dgm:spPr/>
    </dgm:pt>
    <dgm:pt modelId="{EB88C456-63A8-4310-8D02-1F0A59E06019}" type="pres">
      <dgm:prSet presAssocID="{CDF4B71F-B1A5-41B3-BDF5-BF3BB3655CC9}" presName="parTx" presStyleLbl="revTx" presStyleIdx="0" presStyleCnt="5">
        <dgm:presLayoutVars>
          <dgm:chMax val="0"/>
          <dgm:chPref val="0"/>
        </dgm:presLayoutVars>
      </dgm:prSet>
      <dgm:spPr/>
    </dgm:pt>
    <dgm:pt modelId="{FC13EFBD-AD6F-494B-80DE-2C0BE23C314E}" type="pres">
      <dgm:prSet presAssocID="{836002BF-F756-4C5F-ABF2-4EF749513C97}" presName="sibTrans" presStyleCnt="0"/>
      <dgm:spPr/>
    </dgm:pt>
    <dgm:pt modelId="{BE29EC9F-67C2-4A53-8ACB-C3F2A9D30AA4}" type="pres">
      <dgm:prSet presAssocID="{B5EA483C-017B-4E3B-9273-EFE98902A3C9}" presName="compNode" presStyleCnt="0"/>
      <dgm:spPr/>
    </dgm:pt>
    <dgm:pt modelId="{5A96C37D-E382-4D61-B936-D7513092DA7B}" type="pres">
      <dgm:prSet presAssocID="{B5EA483C-017B-4E3B-9273-EFE98902A3C9}" presName="bgRect" presStyleLbl="bgShp" presStyleIdx="1" presStyleCnt="5"/>
      <dgm:spPr/>
    </dgm:pt>
    <dgm:pt modelId="{3D754DCF-B8C4-4412-9FA4-F58DB8F87A1D}" type="pres">
      <dgm:prSet presAssocID="{B5EA483C-017B-4E3B-9273-EFE98902A3C9}"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Ordenador"/>
        </a:ext>
      </dgm:extLst>
    </dgm:pt>
    <dgm:pt modelId="{C7717973-BF89-4EF3-9B32-E8B58E7A22B6}" type="pres">
      <dgm:prSet presAssocID="{B5EA483C-017B-4E3B-9273-EFE98902A3C9}" presName="spaceRect" presStyleCnt="0"/>
      <dgm:spPr/>
    </dgm:pt>
    <dgm:pt modelId="{52F168D2-5C75-4935-BA82-8B25A37833D0}" type="pres">
      <dgm:prSet presAssocID="{B5EA483C-017B-4E3B-9273-EFE98902A3C9}" presName="parTx" presStyleLbl="revTx" presStyleIdx="1" presStyleCnt="5">
        <dgm:presLayoutVars>
          <dgm:chMax val="0"/>
          <dgm:chPref val="0"/>
        </dgm:presLayoutVars>
      </dgm:prSet>
      <dgm:spPr/>
    </dgm:pt>
    <dgm:pt modelId="{FAB0657C-85BA-4AEB-81D1-83EDC10B61C8}" type="pres">
      <dgm:prSet presAssocID="{63B73A8E-52D3-4B7D-9BF0-4FD42A7742A1}" presName="sibTrans" presStyleCnt="0"/>
      <dgm:spPr/>
    </dgm:pt>
    <dgm:pt modelId="{2C1CDE2F-9B5D-48B1-A10C-CD88A6117B7A}" type="pres">
      <dgm:prSet presAssocID="{E9216255-1CD3-49AF-BC6A-0D7F44EE4156}" presName="compNode" presStyleCnt="0"/>
      <dgm:spPr/>
    </dgm:pt>
    <dgm:pt modelId="{569D30D7-F233-46BC-B709-D5A37DAA57D9}" type="pres">
      <dgm:prSet presAssocID="{E9216255-1CD3-49AF-BC6A-0D7F44EE4156}" presName="bgRect" presStyleLbl="bgShp" presStyleIdx="2" presStyleCnt="5"/>
      <dgm:spPr/>
    </dgm:pt>
    <dgm:pt modelId="{F2C013C1-44D0-4C04-9B1A-D4EFBA09D268}" type="pres">
      <dgm:prSet presAssocID="{E9216255-1CD3-49AF-BC6A-0D7F44EE4156}"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Engranajes"/>
        </a:ext>
      </dgm:extLst>
    </dgm:pt>
    <dgm:pt modelId="{804026D6-C092-4BDB-A1A6-062C3F7EF345}" type="pres">
      <dgm:prSet presAssocID="{E9216255-1CD3-49AF-BC6A-0D7F44EE4156}" presName="spaceRect" presStyleCnt="0"/>
      <dgm:spPr/>
    </dgm:pt>
    <dgm:pt modelId="{5A2A27F3-020F-4153-8466-FB23B1D35D84}" type="pres">
      <dgm:prSet presAssocID="{E9216255-1CD3-49AF-BC6A-0D7F44EE4156}" presName="parTx" presStyleLbl="revTx" presStyleIdx="2" presStyleCnt="5">
        <dgm:presLayoutVars>
          <dgm:chMax val="0"/>
          <dgm:chPref val="0"/>
        </dgm:presLayoutVars>
      </dgm:prSet>
      <dgm:spPr/>
    </dgm:pt>
    <dgm:pt modelId="{BA0BAF68-F520-4555-ABA3-24908655A133}" type="pres">
      <dgm:prSet presAssocID="{07D5CC06-E392-4592-88F8-16B7002E27B4}" presName="sibTrans" presStyleCnt="0"/>
      <dgm:spPr/>
    </dgm:pt>
    <dgm:pt modelId="{9AE33B54-41C3-4EA0-AF5C-1D01C83A8A1E}" type="pres">
      <dgm:prSet presAssocID="{2B3212B5-7BCA-4AF8-900A-D1F5884122B3}" presName="compNode" presStyleCnt="0"/>
      <dgm:spPr/>
    </dgm:pt>
    <dgm:pt modelId="{D609AC85-8376-40D6-B4FA-73D880880000}" type="pres">
      <dgm:prSet presAssocID="{2B3212B5-7BCA-4AF8-900A-D1F5884122B3}" presName="bgRect" presStyleLbl="bgShp" presStyleIdx="3" presStyleCnt="5"/>
      <dgm:spPr/>
    </dgm:pt>
    <dgm:pt modelId="{03DDA2A4-0D1F-4C79-835A-2ADBB745BD20}" type="pres">
      <dgm:prSet presAssocID="{2B3212B5-7BCA-4AF8-900A-D1F5884122B3}"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Libros"/>
        </a:ext>
      </dgm:extLst>
    </dgm:pt>
    <dgm:pt modelId="{9A7490E6-9448-46DC-BB61-0773869E0049}" type="pres">
      <dgm:prSet presAssocID="{2B3212B5-7BCA-4AF8-900A-D1F5884122B3}" presName="spaceRect" presStyleCnt="0"/>
      <dgm:spPr/>
    </dgm:pt>
    <dgm:pt modelId="{CCF0198E-7700-40DD-BC82-DB9AA04085DB}" type="pres">
      <dgm:prSet presAssocID="{2B3212B5-7BCA-4AF8-900A-D1F5884122B3}" presName="parTx" presStyleLbl="revTx" presStyleIdx="3" presStyleCnt="5">
        <dgm:presLayoutVars>
          <dgm:chMax val="0"/>
          <dgm:chPref val="0"/>
        </dgm:presLayoutVars>
      </dgm:prSet>
      <dgm:spPr/>
    </dgm:pt>
    <dgm:pt modelId="{5706B8E9-6F9E-0746-84B5-1297DA7FF307}" type="pres">
      <dgm:prSet presAssocID="{6EDA3E1C-72EC-4FA4-B9BD-C2D8DCA52A96}" presName="sibTrans" presStyleCnt="0"/>
      <dgm:spPr/>
    </dgm:pt>
    <dgm:pt modelId="{586FD9DB-D036-0145-AD67-84BF20D29625}" type="pres">
      <dgm:prSet presAssocID="{C5D0DA6D-C7CA-BF48-9CDB-8A6464C87E63}" presName="compNode" presStyleCnt="0"/>
      <dgm:spPr/>
    </dgm:pt>
    <dgm:pt modelId="{206DED00-D0D9-ED41-9CD6-BF0FA1A576D0}" type="pres">
      <dgm:prSet presAssocID="{C5D0DA6D-C7CA-BF48-9CDB-8A6464C87E63}" presName="bgRect" presStyleLbl="bgShp" presStyleIdx="4" presStyleCnt="5"/>
      <dgm:spPr/>
    </dgm:pt>
    <dgm:pt modelId="{CEBA39D0-FF6A-F848-AB98-B13C25AEECCD}" type="pres">
      <dgm:prSet presAssocID="{C5D0DA6D-C7CA-BF48-9CDB-8A6464C87E63}" presName="iconRect" presStyleLbl="node1" presStyleIdx="4" presStyleCnt="5"/>
      <dgm:spPr>
        <a:blipFill>
          <a:blip xmlns:r="http://schemas.openxmlformats.org/officeDocument/2006/relationships" r:embed="rId9">
            <a:extLst>
              <a:ext uri="{96DAC541-7B7A-43D3-8B79-37D633B846F1}">
                <asvg:svgBlip xmlns:asvg="http://schemas.microsoft.com/office/drawing/2016/SVG/main" r:embed="rId10"/>
              </a:ext>
            </a:extLst>
          </a:blip>
          <a:srcRect/>
          <a:stretch>
            <a:fillRect/>
          </a:stretch>
        </a:blipFill>
      </dgm:spPr>
      <dgm:extLst>
        <a:ext uri="{E40237B7-FDA0-4F09-8148-C483321AD2D9}">
          <dgm14:cNvPr xmlns:dgm14="http://schemas.microsoft.com/office/drawing/2010/diagram" id="0" name="" descr="Teclado con relleno sólido"/>
        </a:ext>
      </dgm:extLst>
    </dgm:pt>
    <dgm:pt modelId="{03AB3DA4-9446-F649-981B-64C38C5C9FF2}" type="pres">
      <dgm:prSet presAssocID="{C5D0DA6D-C7CA-BF48-9CDB-8A6464C87E63}" presName="spaceRect" presStyleCnt="0"/>
      <dgm:spPr/>
    </dgm:pt>
    <dgm:pt modelId="{B6E8D303-17FB-3B4D-9B04-1847BC5DD4AB}" type="pres">
      <dgm:prSet presAssocID="{C5D0DA6D-C7CA-BF48-9CDB-8A6464C87E63}" presName="parTx" presStyleLbl="revTx" presStyleIdx="4" presStyleCnt="5">
        <dgm:presLayoutVars>
          <dgm:chMax val="0"/>
          <dgm:chPref val="0"/>
        </dgm:presLayoutVars>
      </dgm:prSet>
      <dgm:spPr/>
    </dgm:pt>
  </dgm:ptLst>
  <dgm:cxnLst>
    <dgm:cxn modelId="{9656200B-95DD-4979-A353-DADBF3CD4045}" srcId="{1148A394-A8F0-4873-8ED3-01A6B6439F4D}" destId="{2B3212B5-7BCA-4AF8-900A-D1F5884122B3}" srcOrd="3" destOrd="0" parTransId="{32222946-236A-4166-845B-883F44461B27}" sibTransId="{6EDA3E1C-72EC-4FA4-B9BD-C2D8DCA52A96}"/>
    <dgm:cxn modelId="{7382310C-0DA8-4EE5-B35A-41125F5BDF0A}" type="presOf" srcId="{2B3212B5-7BCA-4AF8-900A-D1F5884122B3}" destId="{CCF0198E-7700-40DD-BC82-DB9AA04085DB}" srcOrd="0" destOrd="0" presId="urn:microsoft.com/office/officeart/2018/2/layout/IconVerticalSolidList"/>
    <dgm:cxn modelId="{457C5314-49CE-FD47-BBE2-E023AB54C134}" srcId="{1148A394-A8F0-4873-8ED3-01A6B6439F4D}" destId="{C5D0DA6D-C7CA-BF48-9CDB-8A6464C87E63}" srcOrd="4" destOrd="0" parTransId="{D5BAF84D-8060-FE4A-BD74-2518F714DEE3}" sibTransId="{EAE08D0A-C57C-064E-8224-36DE27F515E2}"/>
    <dgm:cxn modelId="{20E7A043-D63F-41D9-9749-CE9A17100712}" srcId="{1148A394-A8F0-4873-8ED3-01A6B6439F4D}" destId="{B5EA483C-017B-4E3B-9273-EFE98902A3C9}" srcOrd="1" destOrd="0" parTransId="{DB150605-6AF8-4BD2-863A-98BB666815D8}" sibTransId="{63B73A8E-52D3-4B7D-9BF0-4FD42A7742A1}"/>
    <dgm:cxn modelId="{7DE9A968-B7CF-4EB8-BC4A-0C6A41D7CC60}" type="presOf" srcId="{CDF4B71F-B1A5-41B3-BDF5-BF3BB3655CC9}" destId="{EB88C456-63A8-4310-8D02-1F0A59E06019}" srcOrd="0" destOrd="0" presId="urn:microsoft.com/office/officeart/2018/2/layout/IconVerticalSolidList"/>
    <dgm:cxn modelId="{FD4C156D-630E-40A8-85F6-8F77C2839C4F}" type="presOf" srcId="{E9216255-1CD3-49AF-BC6A-0D7F44EE4156}" destId="{5A2A27F3-020F-4153-8466-FB23B1D35D84}" srcOrd="0" destOrd="0" presId="urn:microsoft.com/office/officeart/2018/2/layout/IconVerticalSolidList"/>
    <dgm:cxn modelId="{9CC8EB85-CC5A-4C98-9323-8FEE70B789C9}" type="presOf" srcId="{B5EA483C-017B-4E3B-9273-EFE98902A3C9}" destId="{52F168D2-5C75-4935-BA82-8B25A37833D0}" srcOrd="0" destOrd="0" presId="urn:microsoft.com/office/officeart/2018/2/layout/IconVerticalSolidList"/>
    <dgm:cxn modelId="{53F0DE88-43DE-0D47-BBD6-C4416B1A7AE1}" type="presOf" srcId="{C5D0DA6D-C7CA-BF48-9CDB-8A6464C87E63}" destId="{B6E8D303-17FB-3B4D-9B04-1847BC5DD4AB}" srcOrd="0" destOrd="0" presId="urn:microsoft.com/office/officeart/2018/2/layout/IconVerticalSolidList"/>
    <dgm:cxn modelId="{E95F13B6-371F-492D-AFBD-EEAAD9519C94}" srcId="{1148A394-A8F0-4873-8ED3-01A6B6439F4D}" destId="{E9216255-1CD3-49AF-BC6A-0D7F44EE4156}" srcOrd="2" destOrd="0" parTransId="{9810E10A-63D3-4BE3-B64C-AB3464F080F7}" sibTransId="{07D5CC06-E392-4592-88F8-16B7002E27B4}"/>
    <dgm:cxn modelId="{033CBADA-FB59-4187-8320-797E95CC1425}" type="presOf" srcId="{1148A394-A8F0-4873-8ED3-01A6B6439F4D}" destId="{DD254441-6877-43BD-B6A0-114A4A98A349}" srcOrd="0" destOrd="0" presId="urn:microsoft.com/office/officeart/2018/2/layout/IconVerticalSolidList"/>
    <dgm:cxn modelId="{B9F802FF-BDBD-492D-BC42-2C7A378F4419}" srcId="{1148A394-A8F0-4873-8ED3-01A6B6439F4D}" destId="{CDF4B71F-B1A5-41B3-BDF5-BF3BB3655CC9}" srcOrd="0" destOrd="0" parTransId="{D3DE223A-6F20-43FD-84F9-7982DEC93234}" sibTransId="{836002BF-F756-4C5F-ABF2-4EF749513C97}"/>
    <dgm:cxn modelId="{72E28152-0188-486B-B8C0-A004388F7BEE}" type="presParOf" srcId="{DD254441-6877-43BD-B6A0-114A4A98A349}" destId="{4234F19F-69A3-412B-A8A8-2378EA7E3FAC}" srcOrd="0" destOrd="0" presId="urn:microsoft.com/office/officeart/2018/2/layout/IconVerticalSolidList"/>
    <dgm:cxn modelId="{239C3564-5C85-4594-A295-D921211E9516}" type="presParOf" srcId="{4234F19F-69A3-412B-A8A8-2378EA7E3FAC}" destId="{BFC05DD3-6651-479E-827A-7A1686BA87B8}" srcOrd="0" destOrd="0" presId="urn:microsoft.com/office/officeart/2018/2/layout/IconVerticalSolidList"/>
    <dgm:cxn modelId="{6EDA92E2-C66E-4E26-A2BE-F89D1C47EA63}" type="presParOf" srcId="{4234F19F-69A3-412B-A8A8-2378EA7E3FAC}" destId="{450BEAC1-7A00-4AD9-A01F-D0E9855F1B55}" srcOrd="1" destOrd="0" presId="urn:microsoft.com/office/officeart/2018/2/layout/IconVerticalSolidList"/>
    <dgm:cxn modelId="{33ED110E-3152-4A5B-A049-80498BA6ADC7}" type="presParOf" srcId="{4234F19F-69A3-412B-A8A8-2378EA7E3FAC}" destId="{88E4B873-1915-4B54-97ED-B8142DC7FC4B}" srcOrd="2" destOrd="0" presId="urn:microsoft.com/office/officeart/2018/2/layout/IconVerticalSolidList"/>
    <dgm:cxn modelId="{6A68A5C3-F715-4BDA-B889-AF98177839F2}" type="presParOf" srcId="{4234F19F-69A3-412B-A8A8-2378EA7E3FAC}" destId="{EB88C456-63A8-4310-8D02-1F0A59E06019}" srcOrd="3" destOrd="0" presId="urn:microsoft.com/office/officeart/2018/2/layout/IconVerticalSolidList"/>
    <dgm:cxn modelId="{B11F85C8-EB4E-4232-BCC6-85E59C43AE3A}" type="presParOf" srcId="{DD254441-6877-43BD-B6A0-114A4A98A349}" destId="{FC13EFBD-AD6F-494B-80DE-2C0BE23C314E}" srcOrd="1" destOrd="0" presId="urn:microsoft.com/office/officeart/2018/2/layout/IconVerticalSolidList"/>
    <dgm:cxn modelId="{FBA83A2A-95D5-4FDF-B181-C5F4AAAA112E}" type="presParOf" srcId="{DD254441-6877-43BD-B6A0-114A4A98A349}" destId="{BE29EC9F-67C2-4A53-8ACB-C3F2A9D30AA4}" srcOrd="2" destOrd="0" presId="urn:microsoft.com/office/officeart/2018/2/layout/IconVerticalSolidList"/>
    <dgm:cxn modelId="{68889C13-F3C3-40EF-9227-2DE6B807F757}" type="presParOf" srcId="{BE29EC9F-67C2-4A53-8ACB-C3F2A9D30AA4}" destId="{5A96C37D-E382-4D61-B936-D7513092DA7B}" srcOrd="0" destOrd="0" presId="urn:microsoft.com/office/officeart/2018/2/layout/IconVerticalSolidList"/>
    <dgm:cxn modelId="{9422DD57-CC84-4F62-825C-8AB2E4BBF812}" type="presParOf" srcId="{BE29EC9F-67C2-4A53-8ACB-C3F2A9D30AA4}" destId="{3D754DCF-B8C4-4412-9FA4-F58DB8F87A1D}" srcOrd="1" destOrd="0" presId="urn:microsoft.com/office/officeart/2018/2/layout/IconVerticalSolidList"/>
    <dgm:cxn modelId="{4A70D6B8-CEC7-412C-9917-C65321536172}" type="presParOf" srcId="{BE29EC9F-67C2-4A53-8ACB-C3F2A9D30AA4}" destId="{C7717973-BF89-4EF3-9B32-E8B58E7A22B6}" srcOrd="2" destOrd="0" presId="urn:microsoft.com/office/officeart/2018/2/layout/IconVerticalSolidList"/>
    <dgm:cxn modelId="{A086EDD0-4FC7-4FD8-AF62-94AE43F41F27}" type="presParOf" srcId="{BE29EC9F-67C2-4A53-8ACB-C3F2A9D30AA4}" destId="{52F168D2-5C75-4935-BA82-8B25A37833D0}" srcOrd="3" destOrd="0" presId="urn:microsoft.com/office/officeart/2018/2/layout/IconVerticalSolidList"/>
    <dgm:cxn modelId="{4D7DFB2C-BF08-4865-B909-1F0D6F2CF3A8}" type="presParOf" srcId="{DD254441-6877-43BD-B6A0-114A4A98A349}" destId="{FAB0657C-85BA-4AEB-81D1-83EDC10B61C8}" srcOrd="3" destOrd="0" presId="urn:microsoft.com/office/officeart/2018/2/layout/IconVerticalSolidList"/>
    <dgm:cxn modelId="{83A59DF3-B7F1-42DC-B267-AB9BA395C12C}" type="presParOf" srcId="{DD254441-6877-43BD-B6A0-114A4A98A349}" destId="{2C1CDE2F-9B5D-48B1-A10C-CD88A6117B7A}" srcOrd="4" destOrd="0" presId="urn:microsoft.com/office/officeart/2018/2/layout/IconVerticalSolidList"/>
    <dgm:cxn modelId="{B42C290D-7CC2-4E01-A782-B5BD73859098}" type="presParOf" srcId="{2C1CDE2F-9B5D-48B1-A10C-CD88A6117B7A}" destId="{569D30D7-F233-46BC-B709-D5A37DAA57D9}" srcOrd="0" destOrd="0" presId="urn:microsoft.com/office/officeart/2018/2/layout/IconVerticalSolidList"/>
    <dgm:cxn modelId="{EB132DFA-A3FC-471B-A845-E52A3EFE3132}" type="presParOf" srcId="{2C1CDE2F-9B5D-48B1-A10C-CD88A6117B7A}" destId="{F2C013C1-44D0-4C04-9B1A-D4EFBA09D268}" srcOrd="1" destOrd="0" presId="urn:microsoft.com/office/officeart/2018/2/layout/IconVerticalSolidList"/>
    <dgm:cxn modelId="{275F1FA7-8303-40D6-AAB6-207E3FCA1092}" type="presParOf" srcId="{2C1CDE2F-9B5D-48B1-A10C-CD88A6117B7A}" destId="{804026D6-C092-4BDB-A1A6-062C3F7EF345}" srcOrd="2" destOrd="0" presId="urn:microsoft.com/office/officeart/2018/2/layout/IconVerticalSolidList"/>
    <dgm:cxn modelId="{A7640278-9B39-4713-B8C4-4F11C828D348}" type="presParOf" srcId="{2C1CDE2F-9B5D-48B1-A10C-CD88A6117B7A}" destId="{5A2A27F3-020F-4153-8466-FB23B1D35D84}" srcOrd="3" destOrd="0" presId="urn:microsoft.com/office/officeart/2018/2/layout/IconVerticalSolidList"/>
    <dgm:cxn modelId="{88F4BB1E-4403-42D2-86F3-122078BAE0C7}" type="presParOf" srcId="{DD254441-6877-43BD-B6A0-114A4A98A349}" destId="{BA0BAF68-F520-4555-ABA3-24908655A133}" srcOrd="5" destOrd="0" presId="urn:microsoft.com/office/officeart/2018/2/layout/IconVerticalSolidList"/>
    <dgm:cxn modelId="{E50746CC-313A-4B1F-B896-725AF7C1DC8E}" type="presParOf" srcId="{DD254441-6877-43BD-B6A0-114A4A98A349}" destId="{9AE33B54-41C3-4EA0-AF5C-1D01C83A8A1E}" srcOrd="6" destOrd="0" presId="urn:microsoft.com/office/officeart/2018/2/layout/IconVerticalSolidList"/>
    <dgm:cxn modelId="{CAF266F9-9EDD-4263-B7E1-DDE3055F30CA}" type="presParOf" srcId="{9AE33B54-41C3-4EA0-AF5C-1D01C83A8A1E}" destId="{D609AC85-8376-40D6-B4FA-73D880880000}" srcOrd="0" destOrd="0" presId="urn:microsoft.com/office/officeart/2018/2/layout/IconVerticalSolidList"/>
    <dgm:cxn modelId="{40D2FF03-E0B3-4B96-8BCF-2E4BD57A508F}" type="presParOf" srcId="{9AE33B54-41C3-4EA0-AF5C-1D01C83A8A1E}" destId="{03DDA2A4-0D1F-4C79-835A-2ADBB745BD20}" srcOrd="1" destOrd="0" presId="urn:microsoft.com/office/officeart/2018/2/layout/IconVerticalSolidList"/>
    <dgm:cxn modelId="{5F9C05D2-6F86-4772-ADAF-89ECE8C4F95F}" type="presParOf" srcId="{9AE33B54-41C3-4EA0-AF5C-1D01C83A8A1E}" destId="{9A7490E6-9448-46DC-BB61-0773869E0049}" srcOrd="2" destOrd="0" presId="urn:microsoft.com/office/officeart/2018/2/layout/IconVerticalSolidList"/>
    <dgm:cxn modelId="{AD6F7419-17F0-4BFA-AD06-B198C887DAD8}" type="presParOf" srcId="{9AE33B54-41C3-4EA0-AF5C-1D01C83A8A1E}" destId="{CCF0198E-7700-40DD-BC82-DB9AA04085DB}" srcOrd="3" destOrd="0" presId="urn:microsoft.com/office/officeart/2018/2/layout/IconVerticalSolidList"/>
    <dgm:cxn modelId="{891D4B23-63D5-F74F-BA49-49C35ED91F37}" type="presParOf" srcId="{DD254441-6877-43BD-B6A0-114A4A98A349}" destId="{5706B8E9-6F9E-0746-84B5-1297DA7FF307}" srcOrd="7" destOrd="0" presId="urn:microsoft.com/office/officeart/2018/2/layout/IconVerticalSolidList"/>
    <dgm:cxn modelId="{F3BF4453-9DCA-4B42-B0B2-C52DE6E29C5D}" type="presParOf" srcId="{DD254441-6877-43BD-B6A0-114A4A98A349}" destId="{586FD9DB-D036-0145-AD67-84BF20D29625}" srcOrd="8" destOrd="0" presId="urn:microsoft.com/office/officeart/2018/2/layout/IconVerticalSolidList"/>
    <dgm:cxn modelId="{FADC2518-ADED-8645-B66A-E0A42E101DD8}" type="presParOf" srcId="{586FD9DB-D036-0145-AD67-84BF20D29625}" destId="{206DED00-D0D9-ED41-9CD6-BF0FA1A576D0}" srcOrd="0" destOrd="0" presId="urn:microsoft.com/office/officeart/2018/2/layout/IconVerticalSolidList"/>
    <dgm:cxn modelId="{0DA770F1-4A2C-DA40-BC78-D68F217BE2A0}" type="presParOf" srcId="{586FD9DB-D036-0145-AD67-84BF20D29625}" destId="{CEBA39D0-FF6A-F848-AB98-B13C25AEECCD}" srcOrd="1" destOrd="0" presId="urn:microsoft.com/office/officeart/2018/2/layout/IconVerticalSolidList"/>
    <dgm:cxn modelId="{51BB4F80-8858-504C-BD99-0799A898C8A5}" type="presParOf" srcId="{586FD9DB-D036-0145-AD67-84BF20D29625}" destId="{03AB3DA4-9446-F649-981B-64C38C5C9FF2}" srcOrd="2" destOrd="0" presId="urn:microsoft.com/office/officeart/2018/2/layout/IconVerticalSolidList"/>
    <dgm:cxn modelId="{05936766-E7EC-7048-B92E-025085499F64}" type="presParOf" srcId="{586FD9DB-D036-0145-AD67-84BF20D29625}" destId="{B6E8D303-17FB-3B4D-9B04-1847BC5DD4AB}"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948307EF-95C4-456E-BC4D-A9741463E28B}"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68B97890-DCC2-4CE2-B62A-6206DC95DDB3}">
      <dgm:prSet/>
      <dgm:spPr>
        <a:solidFill>
          <a:srgbClr val="CCD3D8"/>
        </a:solidFill>
      </dgm:spPr>
      <dgm:t>
        <a:bodyPr/>
        <a:lstStyle/>
        <a:p>
          <a:r>
            <a:rPr lang="es-ES" dirty="0">
              <a:solidFill>
                <a:schemeClr val="tx1"/>
              </a:solidFill>
            </a:rPr>
            <a:t>Adrián Castelló</a:t>
          </a:r>
          <a:endParaRPr lang="en-US" dirty="0">
            <a:solidFill>
              <a:schemeClr val="tx1"/>
            </a:solidFill>
          </a:endParaRPr>
        </a:p>
      </dgm:t>
    </dgm:pt>
    <dgm:pt modelId="{A1575FFF-0CF8-40FE-A012-9D788301BD66}" type="parTrans" cxnId="{E01E33BC-2A83-4CCE-A339-7E2969265D10}">
      <dgm:prSet/>
      <dgm:spPr/>
      <dgm:t>
        <a:bodyPr/>
        <a:lstStyle/>
        <a:p>
          <a:endParaRPr lang="en-US"/>
        </a:p>
      </dgm:t>
    </dgm:pt>
    <dgm:pt modelId="{1C4F9C70-E7DD-4533-AD38-BCA3018BAB89}" type="sibTrans" cxnId="{E01E33BC-2A83-4CCE-A339-7E2969265D10}">
      <dgm:prSet/>
      <dgm:spPr/>
      <dgm:t>
        <a:bodyPr/>
        <a:lstStyle/>
        <a:p>
          <a:endParaRPr lang="en-US"/>
        </a:p>
      </dgm:t>
    </dgm:pt>
    <dgm:pt modelId="{880E399C-BB86-4F23-B160-76358CFD1F69}">
      <dgm:prSet/>
      <dgm:spPr/>
      <dgm:t>
        <a:bodyPr/>
        <a:lstStyle/>
        <a:p>
          <a:r>
            <a:rPr lang="es-ES" dirty="0"/>
            <a:t>Profesor Ayudante Doctor UPV</a:t>
          </a:r>
          <a:endParaRPr lang="en-US" dirty="0"/>
        </a:p>
      </dgm:t>
    </dgm:pt>
    <dgm:pt modelId="{77FAE8AE-FA1B-4BB1-B194-23C9F16C51B3}" type="parTrans" cxnId="{3561485D-A458-485C-B6C8-8FCF03DBB798}">
      <dgm:prSet/>
      <dgm:spPr/>
      <dgm:t>
        <a:bodyPr/>
        <a:lstStyle/>
        <a:p>
          <a:endParaRPr lang="en-US"/>
        </a:p>
      </dgm:t>
    </dgm:pt>
    <dgm:pt modelId="{EC8D618E-3E8A-4442-82B2-761350D9BBA8}" type="sibTrans" cxnId="{3561485D-A458-485C-B6C8-8FCF03DBB798}">
      <dgm:prSet/>
      <dgm:spPr/>
      <dgm:t>
        <a:bodyPr/>
        <a:lstStyle/>
        <a:p>
          <a:endParaRPr lang="en-US"/>
        </a:p>
      </dgm:t>
    </dgm:pt>
    <dgm:pt modelId="{3E561CED-4317-4452-836E-54C2778AEC4B}">
      <dgm:prSet/>
      <dgm:spPr>
        <a:solidFill>
          <a:srgbClr val="CCD3D8"/>
        </a:solidFill>
      </dgm:spPr>
      <dgm:t>
        <a:bodyPr/>
        <a:lstStyle/>
        <a:p>
          <a:r>
            <a:rPr lang="es-ES" dirty="0">
              <a:solidFill>
                <a:schemeClr val="tx1"/>
              </a:solidFill>
            </a:rPr>
            <a:t>Pedro Alonso Jordá</a:t>
          </a:r>
          <a:endParaRPr lang="en-US" dirty="0">
            <a:solidFill>
              <a:schemeClr val="tx1"/>
            </a:solidFill>
          </a:endParaRPr>
        </a:p>
      </dgm:t>
    </dgm:pt>
    <dgm:pt modelId="{37FE1DE3-DB6A-484B-8DE0-831F96EFD892}" type="parTrans" cxnId="{CCFC9FC3-23A2-4CB8-BEA2-D797BC2531E0}">
      <dgm:prSet/>
      <dgm:spPr/>
      <dgm:t>
        <a:bodyPr/>
        <a:lstStyle/>
        <a:p>
          <a:endParaRPr lang="en-US"/>
        </a:p>
      </dgm:t>
    </dgm:pt>
    <dgm:pt modelId="{DBADABD9-2632-468E-937F-4FEDA7D109F8}" type="sibTrans" cxnId="{CCFC9FC3-23A2-4CB8-BEA2-D797BC2531E0}">
      <dgm:prSet/>
      <dgm:spPr/>
      <dgm:t>
        <a:bodyPr/>
        <a:lstStyle/>
        <a:p>
          <a:endParaRPr lang="en-US"/>
        </a:p>
      </dgm:t>
    </dgm:pt>
    <dgm:pt modelId="{F1ABBD44-F39E-4911-AF86-02DC91125F01}">
      <dgm:prSet/>
      <dgm:spPr/>
      <dgm:t>
        <a:bodyPr/>
        <a:lstStyle/>
        <a:p>
          <a:r>
            <a:rPr lang="es-ES" dirty="0"/>
            <a:t>Catedrático de Universidad UPV</a:t>
          </a:r>
          <a:endParaRPr lang="en-US" dirty="0"/>
        </a:p>
      </dgm:t>
    </dgm:pt>
    <dgm:pt modelId="{FBF13E98-FCA0-434E-BF44-FBA9639343D4}" type="parTrans" cxnId="{EE8ABFCD-B2FB-4E2C-8EB7-EC30EA8BE537}">
      <dgm:prSet/>
      <dgm:spPr/>
      <dgm:t>
        <a:bodyPr/>
        <a:lstStyle/>
        <a:p>
          <a:endParaRPr lang="en-US"/>
        </a:p>
      </dgm:t>
    </dgm:pt>
    <dgm:pt modelId="{B4406748-A77E-4364-AB79-30FDD45403A4}" type="sibTrans" cxnId="{EE8ABFCD-B2FB-4E2C-8EB7-EC30EA8BE537}">
      <dgm:prSet/>
      <dgm:spPr/>
      <dgm:t>
        <a:bodyPr/>
        <a:lstStyle/>
        <a:p>
          <a:endParaRPr lang="en-US"/>
        </a:p>
      </dgm:t>
    </dgm:pt>
    <dgm:pt modelId="{9A508A7C-8B4F-1E44-8F61-0D242B149D19}">
      <dgm:prSet/>
      <dgm:spPr/>
      <dgm:t>
        <a:bodyPr/>
        <a:lstStyle/>
        <a:p>
          <a:r>
            <a:rPr lang="en-US" dirty="0"/>
            <a:t>+60 </a:t>
          </a:r>
          <a:r>
            <a:rPr lang="en-US" dirty="0" err="1"/>
            <a:t>artículos</a:t>
          </a:r>
          <a:r>
            <a:rPr lang="en-US" dirty="0"/>
            <a:t> </a:t>
          </a:r>
          <a:r>
            <a:rPr lang="en-US" dirty="0" err="1"/>
            <a:t>científicos</a:t>
          </a:r>
          <a:r>
            <a:rPr lang="en-US" dirty="0"/>
            <a:t> HPC</a:t>
          </a:r>
        </a:p>
      </dgm:t>
    </dgm:pt>
    <dgm:pt modelId="{6977E026-0F78-4041-8B4A-E6B0EDB90F98}" type="parTrans" cxnId="{C5F446C1-19CE-6D48-972C-A5F1A7640D4D}">
      <dgm:prSet/>
      <dgm:spPr/>
      <dgm:t>
        <a:bodyPr/>
        <a:lstStyle/>
        <a:p>
          <a:endParaRPr lang="es-ES"/>
        </a:p>
      </dgm:t>
    </dgm:pt>
    <dgm:pt modelId="{F813AD70-FE6D-CB44-B19C-38A5AFDD4BC3}" type="sibTrans" cxnId="{C5F446C1-19CE-6D48-972C-A5F1A7640D4D}">
      <dgm:prSet/>
      <dgm:spPr/>
      <dgm:t>
        <a:bodyPr/>
        <a:lstStyle/>
        <a:p>
          <a:endParaRPr lang="es-ES"/>
        </a:p>
      </dgm:t>
    </dgm:pt>
    <dgm:pt modelId="{F23A955E-61A3-1D40-9BAC-594E83589017}">
      <dgm:prSet/>
      <dgm:spPr/>
      <dgm:t>
        <a:bodyPr/>
        <a:lstStyle/>
        <a:p>
          <a:r>
            <a:rPr lang="en-US" dirty="0"/>
            <a:t>+170 </a:t>
          </a:r>
          <a:r>
            <a:rPr lang="en-US" dirty="0" err="1"/>
            <a:t>artículos</a:t>
          </a:r>
          <a:r>
            <a:rPr lang="en-US" dirty="0"/>
            <a:t> </a:t>
          </a:r>
          <a:r>
            <a:rPr lang="en-US" dirty="0" err="1"/>
            <a:t>científicos</a:t>
          </a:r>
          <a:r>
            <a:rPr lang="en-US" dirty="0"/>
            <a:t> HPC</a:t>
          </a:r>
        </a:p>
      </dgm:t>
    </dgm:pt>
    <dgm:pt modelId="{544CDEB4-8A6C-E74F-8335-DD41B8D78607}" type="parTrans" cxnId="{DD895468-4DE3-4B4E-9424-6093994A3ECC}">
      <dgm:prSet/>
      <dgm:spPr/>
      <dgm:t>
        <a:bodyPr/>
        <a:lstStyle/>
        <a:p>
          <a:endParaRPr lang="es-ES"/>
        </a:p>
      </dgm:t>
    </dgm:pt>
    <dgm:pt modelId="{884196E3-D08C-F143-89A6-DA81CE7C26E2}" type="sibTrans" cxnId="{DD895468-4DE3-4B4E-9424-6093994A3ECC}">
      <dgm:prSet/>
      <dgm:spPr/>
      <dgm:t>
        <a:bodyPr/>
        <a:lstStyle/>
        <a:p>
          <a:endParaRPr lang="es-ES"/>
        </a:p>
      </dgm:t>
    </dgm:pt>
    <dgm:pt modelId="{869B4516-8D26-9B4D-99A6-53983A7ABFBB}" type="pres">
      <dgm:prSet presAssocID="{948307EF-95C4-456E-BC4D-A9741463E28B}" presName="linear" presStyleCnt="0">
        <dgm:presLayoutVars>
          <dgm:dir/>
          <dgm:animLvl val="lvl"/>
          <dgm:resizeHandles val="exact"/>
        </dgm:presLayoutVars>
      </dgm:prSet>
      <dgm:spPr/>
    </dgm:pt>
    <dgm:pt modelId="{F67C3727-042B-9C4A-B2D2-10D5272B1514}" type="pres">
      <dgm:prSet presAssocID="{68B97890-DCC2-4CE2-B62A-6206DC95DDB3}" presName="parentLin" presStyleCnt="0"/>
      <dgm:spPr/>
    </dgm:pt>
    <dgm:pt modelId="{A9F755EF-0195-2F41-8913-E7389326022D}" type="pres">
      <dgm:prSet presAssocID="{68B97890-DCC2-4CE2-B62A-6206DC95DDB3}" presName="parentLeftMargin" presStyleLbl="node1" presStyleIdx="0" presStyleCnt="2"/>
      <dgm:spPr/>
    </dgm:pt>
    <dgm:pt modelId="{CDD83919-55E6-A64B-AE5A-750FA47D7B00}" type="pres">
      <dgm:prSet presAssocID="{68B97890-DCC2-4CE2-B62A-6206DC95DDB3}" presName="parentText" presStyleLbl="node1" presStyleIdx="0" presStyleCnt="2">
        <dgm:presLayoutVars>
          <dgm:chMax val="0"/>
          <dgm:bulletEnabled val="1"/>
        </dgm:presLayoutVars>
      </dgm:prSet>
      <dgm:spPr/>
    </dgm:pt>
    <dgm:pt modelId="{E71346D6-9379-F348-8EAC-DD47F4D25A45}" type="pres">
      <dgm:prSet presAssocID="{68B97890-DCC2-4CE2-B62A-6206DC95DDB3}" presName="negativeSpace" presStyleCnt="0"/>
      <dgm:spPr/>
    </dgm:pt>
    <dgm:pt modelId="{5D2C8B80-11B5-874D-A984-78DE64E8614D}" type="pres">
      <dgm:prSet presAssocID="{68B97890-DCC2-4CE2-B62A-6206DC95DDB3}" presName="childText" presStyleLbl="conFgAcc1" presStyleIdx="0" presStyleCnt="2">
        <dgm:presLayoutVars>
          <dgm:bulletEnabled val="1"/>
        </dgm:presLayoutVars>
      </dgm:prSet>
      <dgm:spPr/>
    </dgm:pt>
    <dgm:pt modelId="{4E739BAD-7510-CF45-BCD9-825025A20E31}" type="pres">
      <dgm:prSet presAssocID="{1C4F9C70-E7DD-4533-AD38-BCA3018BAB89}" presName="spaceBetweenRectangles" presStyleCnt="0"/>
      <dgm:spPr/>
    </dgm:pt>
    <dgm:pt modelId="{D5287D5C-71F0-8240-B59D-261A8464782E}" type="pres">
      <dgm:prSet presAssocID="{3E561CED-4317-4452-836E-54C2778AEC4B}" presName="parentLin" presStyleCnt="0"/>
      <dgm:spPr/>
    </dgm:pt>
    <dgm:pt modelId="{58C7F28D-8A73-8D4D-BBC7-8BEC7034273A}" type="pres">
      <dgm:prSet presAssocID="{3E561CED-4317-4452-836E-54C2778AEC4B}" presName="parentLeftMargin" presStyleLbl="node1" presStyleIdx="0" presStyleCnt="2"/>
      <dgm:spPr/>
    </dgm:pt>
    <dgm:pt modelId="{71C28584-B406-4A44-B0A3-73BE9E81F874}" type="pres">
      <dgm:prSet presAssocID="{3E561CED-4317-4452-836E-54C2778AEC4B}" presName="parentText" presStyleLbl="node1" presStyleIdx="1" presStyleCnt="2">
        <dgm:presLayoutVars>
          <dgm:chMax val="0"/>
          <dgm:bulletEnabled val="1"/>
        </dgm:presLayoutVars>
      </dgm:prSet>
      <dgm:spPr/>
    </dgm:pt>
    <dgm:pt modelId="{307908B7-D4FA-7544-BF49-6C09202B7571}" type="pres">
      <dgm:prSet presAssocID="{3E561CED-4317-4452-836E-54C2778AEC4B}" presName="negativeSpace" presStyleCnt="0"/>
      <dgm:spPr/>
    </dgm:pt>
    <dgm:pt modelId="{9B946708-4C1A-7B4A-BF30-69CAE166471D}" type="pres">
      <dgm:prSet presAssocID="{3E561CED-4317-4452-836E-54C2778AEC4B}" presName="childText" presStyleLbl="conFgAcc1" presStyleIdx="1" presStyleCnt="2">
        <dgm:presLayoutVars>
          <dgm:bulletEnabled val="1"/>
        </dgm:presLayoutVars>
      </dgm:prSet>
      <dgm:spPr/>
    </dgm:pt>
  </dgm:ptLst>
  <dgm:cxnLst>
    <dgm:cxn modelId="{44194C24-794F-FB4D-91A8-95D691AB56F1}" type="presOf" srcId="{68B97890-DCC2-4CE2-B62A-6206DC95DDB3}" destId="{CDD83919-55E6-A64B-AE5A-750FA47D7B00}" srcOrd="1" destOrd="0" presId="urn:microsoft.com/office/officeart/2005/8/layout/list1"/>
    <dgm:cxn modelId="{2226683A-9015-7247-AD6E-5A6F6AB67238}" type="presOf" srcId="{68B97890-DCC2-4CE2-B62A-6206DC95DDB3}" destId="{A9F755EF-0195-2F41-8913-E7389326022D}" srcOrd="0" destOrd="0" presId="urn:microsoft.com/office/officeart/2005/8/layout/list1"/>
    <dgm:cxn modelId="{CB01B448-78EC-9E4F-8389-80890B0D2E64}" type="presOf" srcId="{880E399C-BB86-4F23-B160-76358CFD1F69}" destId="{5D2C8B80-11B5-874D-A984-78DE64E8614D}" srcOrd="0" destOrd="0" presId="urn:microsoft.com/office/officeart/2005/8/layout/list1"/>
    <dgm:cxn modelId="{7503BC5C-FF97-364D-95A8-914F8C7D46D1}" type="presOf" srcId="{F23A955E-61A3-1D40-9BAC-594E83589017}" destId="{9B946708-4C1A-7B4A-BF30-69CAE166471D}" srcOrd="0" destOrd="1" presId="urn:microsoft.com/office/officeart/2005/8/layout/list1"/>
    <dgm:cxn modelId="{3561485D-A458-485C-B6C8-8FCF03DBB798}" srcId="{68B97890-DCC2-4CE2-B62A-6206DC95DDB3}" destId="{880E399C-BB86-4F23-B160-76358CFD1F69}" srcOrd="0" destOrd="0" parTransId="{77FAE8AE-FA1B-4BB1-B194-23C9F16C51B3}" sibTransId="{EC8D618E-3E8A-4442-82B2-761350D9BBA8}"/>
    <dgm:cxn modelId="{DD895468-4DE3-4B4E-9424-6093994A3ECC}" srcId="{3E561CED-4317-4452-836E-54C2778AEC4B}" destId="{F23A955E-61A3-1D40-9BAC-594E83589017}" srcOrd="1" destOrd="0" parTransId="{544CDEB4-8A6C-E74F-8335-DD41B8D78607}" sibTransId="{884196E3-D08C-F143-89A6-DA81CE7C26E2}"/>
    <dgm:cxn modelId="{36A35A8F-8D7F-5E4C-8183-E98E986C6ECC}" type="presOf" srcId="{3E561CED-4317-4452-836E-54C2778AEC4B}" destId="{58C7F28D-8A73-8D4D-BBC7-8BEC7034273A}" srcOrd="0" destOrd="0" presId="urn:microsoft.com/office/officeart/2005/8/layout/list1"/>
    <dgm:cxn modelId="{8DDAA9A4-1535-A449-A3E0-EE3719ED5863}" type="presOf" srcId="{9A508A7C-8B4F-1E44-8F61-0D242B149D19}" destId="{5D2C8B80-11B5-874D-A984-78DE64E8614D}" srcOrd="0" destOrd="1" presId="urn:microsoft.com/office/officeart/2005/8/layout/list1"/>
    <dgm:cxn modelId="{E01E33BC-2A83-4CCE-A339-7E2969265D10}" srcId="{948307EF-95C4-456E-BC4D-A9741463E28B}" destId="{68B97890-DCC2-4CE2-B62A-6206DC95DDB3}" srcOrd="0" destOrd="0" parTransId="{A1575FFF-0CF8-40FE-A012-9D788301BD66}" sibTransId="{1C4F9C70-E7DD-4533-AD38-BCA3018BAB89}"/>
    <dgm:cxn modelId="{C5F446C1-19CE-6D48-972C-A5F1A7640D4D}" srcId="{68B97890-DCC2-4CE2-B62A-6206DC95DDB3}" destId="{9A508A7C-8B4F-1E44-8F61-0D242B149D19}" srcOrd="1" destOrd="0" parTransId="{6977E026-0F78-4041-8B4A-E6B0EDB90F98}" sibTransId="{F813AD70-FE6D-CB44-B19C-38A5AFDD4BC3}"/>
    <dgm:cxn modelId="{F79B69C1-EC82-144B-B692-2A03996B9C8A}" type="presOf" srcId="{F1ABBD44-F39E-4911-AF86-02DC91125F01}" destId="{9B946708-4C1A-7B4A-BF30-69CAE166471D}" srcOrd="0" destOrd="0" presId="urn:microsoft.com/office/officeart/2005/8/layout/list1"/>
    <dgm:cxn modelId="{CCFC9FC3-23A2-4CB8-BEA2-D797BC2531E0}" srcId="{948307EF-95C4-456E-BC4D-A9741463E28B}" destId="{3E561CED-4317-4452-836E-54C2778AEC4B}" srcOrd="1" destOrd="0" parTransId="{37FE1DE3-DB6A-484B-8DE0-831F96EFD892}" sibTransId="{DBADABD9-2632-468E-937F-4FEDA7D109F8}"/>
    <dgm:cxn modelId="{3FB4D2C8-0317-8D44-9826-5F2772A1F5FB}" type="presOf" srcId="{3E561CED-4317-4452-836E-54C2778AEC4B}" destId="{71C28584-B406-4A44-B0A3-73BE9E81F874}" srcOrd="1" destOrd="0" presId="urn:microsoft.com/office/officeart/2005/8/layout/list1"/>
    <dgm:cxn modelId="{EE8ABFCD-B2FB-4E2C-8EB7-EC30EA8BE537}" srcId="{3E561CED-4317-4452-836E-54C2778AEC4B}" destId="{F1ABBD44-F39E-4911-AF86-02DC91125F01}" srcOrd="0" destOrd="0" parTransId="{FBF13E98-FCA0-434E-BF44-FBA9639343D4}" sibTransId="{B4406748-A77E-4364-AB79-30FDD45403A4}"/>
    <dgm:cxn modelId="{3B7410D6-4897-E042-BBC7-5EDE7D905B00}" type="presOf" srcId="{948307EF-95C4-456E-BC4D-A9741463E28B}" destId="{869B4516-8D26-9B4D-99A6-53983A7ABFBB}" srcOrd="0" destOrd="0" presId="urn:microsoft.com/office/officeart/2005/8/layout/list1"/>
    <dgm:cxn modelId="{19A0032D-74CD-F84B-A23F-4575AC0087FF}" type="presParOf" srcId="{869B4516-8D26-9B4D-99A6-53983A7ABFBB}" destId="{F67C3727-042B-9C4A-B2D2-10D5272B1514}" srcOrd="0" destOrd="0" presId="urn:microsoft.com/office/officeart/2005/8/layout/list1"/>
    <dgm:cxn modelId="{3698EA68-79F9-B84B-8BCE-EC88F02F3EFB}" type="presParOf" srcId="{F67C3727-042B-9C4A-B2D2-10D5272B1514}" destId="{A9F755EF-0195-2F41-8913-E7389326022D}" srcOrd="0" destOrd="0" presId="urn:microsoft.com/office/officeart/2005/8/layout/list1"/>
    <dgm:cxn modelId="{B3180AB2-AB98-4F46-BC4B-1758B1ACF8FA}" type="presParOf" srcId="{F67C3727-042B-9C4A-B2D2-10D5272B1514}" destId="{CDD83919-55E6-A64B-AE5A-750FA47D7B00}" srcOrd="1" destOrd="0" presId="urn:microsoft.com/office/officeart/2005/8/layout/list1"/>
    <dgm:cxn modelId="{E34F9F96-FAE2-6D4D-98BC-38E2EEE0E88E}" type="presParOf" srcId="{869B4516-8D26-9B4D-99A6-53983A7ABFBB}" destId="{E71346D6-9379-F348-8EAC-DD47F4D25A45}" srcOrd="1" destOrd="0" presId="urn:microsoft.com/office/officeart/2005/8/layout/list1"/>
    <dgm:cxn modelId="{FF4F8CC9-0332-D341-BD19-0C39EB643B64}" type="presParOf" srcId="{869B4516-8D26-9B4D-99A6-53983A7ABFBB}" destId="{5D2C8B80-11B5-874D-A984-78DE64E8614D}" srcOrd="2" destOrd="0" presId="urn:microsoft.com/office/officeart/2005/8/layout/list1"/>
    <dgm:cxn modelId="{0A61E8C9-DA60-5843-A275-BB2582F19A8E}" type="presParOf" srcId="{869B4516-8D26-9B4D-99A6-53983A7ABFBB}" destId="{4E739BAD-7510-CF45-BCD9-825025A20E31}" srcOrd="3" destOrd="0" presId="urn:microsoft.com/office/officeart/2005/8/layout/list1"/>
    <dgm:cxn modelId="{C27A7F94-BBDC-E742-A186-7FB5B6E343F9}" type="presParOf" srcId="{869B4516-8D26-9B4D-99A6-53983A7ABFBB}" destId="{D5287D5C-71F0-8240-B59D-261A8464782E}" srcOrd="4" destOrd="0" presId="urn:microsoft.com/office/officeart/2005/8/layout/list1"/>
    <dgm:cxn modelId="{1A026E99-B830-A144-B943-D4D03D3DBD97}" type="presParOf" srcId="{D5287D5C-71F0-8240-B59D-261A8464782E}" destId="{58C7F28D-8A73-8D4D-BBC7-8BEC7034273A}" srcOrd="0" destOrd="0" presId="urn:microsoft.com/office/officeart/2005/8/layout/list1"/>
    <dgm:cxn modelId="{70DA9D1F-488D-8540-AAC8-F4ACFA83CC27}" type="presParOf" srcId="{D5287D5C-71F0-8240-B59D-261A8464782E}" destId="{71C28584-B406-4A44-B0A3-73BE9E81F874}" srcOrd="1" destOrd="0" presId="urn:microsoft.com/office/officeart/2005/8/layout/list1"/>
    <dgm:cxn modelId="{337866EA-0038-FA4A-9153-A63BD1D2EA8D}" type="presParOf" srcId="{869B4516-8D26-9B4D-99A6-53983A7ABFBB}" destId="{307908B7-D4FA-7544-BF49-6C09202B7571}" srcOrd="5" destOrd="0" presId="urn:microsoft.com/office/officeart/2005/8/layout/list1"/>
    <dgm:cxn modelId="{4BC864A4-5F52-6D45-85E4-A86677D0F6D4}" type="presParOf" srcId="{869B4516-8D26-9B4D-99A6-53983A7ABFBB}" destId="{9B946708-4C1A-7B4A-BF30-69CAE166471D}" srcOrd="6"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2E59CAB6-7A3A-4B98-BA11-F681C42F1B40}" type="doc">
      <dgm:prSet loTypeId="urn:microsoft.com/office/officeart/2017/3/layout/HorizontalPathTimeline" loCatId="process" qsTypeId="urn:microsoft.com/office/officeart/2005/8/quickstyle/simple1" qsCatId="simple" csTypeId="urn:microsoft.com/office/officeart/2005/8/colors/accent1_2" csCatId="accent1" phldr="1"/>
      <dgm:spPr/>
      <dgm:t>
        <a:bodyPr/>
        <a:lstStyle/>
        <a:p>
          <a:endParaRPr lang="en-US"/>
        </a:p>
      </dgm:t>
    </dgm:pt>
    <dgm:pt modelId="{0CEF205D-124F-4F24-917A-F260FF1165C0}">
      <dgm:prSet/>
      <dgm:spPr/>
      <dgm:t>
        <a:bodyPr/>
        <a:lstStyle/>
        <a:p>
          <a:pPr>
            <a:defRPr b="1"/>
          </a:pPr>
          <a:r>
            <a:rPr lang="en-US"/>
            <a:t>1 Dic.</a:t>
          </a:r>
        </a:p>
      </dgm:t>
    </dgm:pt>
    <dgm:pt modelId="{788F1729-00D7-4943-AEDF-5634F77B82EC}" type="parTrans" cxnId="{7EE2DBA2-6755-45F4-AE5B-36D81CF938BD}">
      <dgm:prSet/>
      <dgm:spPr/>
      <dgm:t>
        <a:bodyPr/>
        <a:lstStyle/>
        <a:p>
          <a:endParaRPr lang="en-US"/>
        </a:p>
      </dgm:t>
    </dgm:pt>
    <dgm:pt modelId="{40B3413B-E293-4551-9B1B-66D843F1A8EA}" type="sibTrans" cxnId="{7EE2DBA2-6755-45F4-AE5B-36D81CF938BD}">
      <dgm:prSet/>
      <dgm:spPr/>
      <dgm:t>
        <a:bodyPr/>
        <a:lstStyle/>
        <a:p>
          <a:endParaRPr lang="en-US"/>
        </a:p>
      </dgm:t>
    </dgm:pt>
    <dgm:pt modelId="{CD190969-FE86-49A9-8109-D97A174BB445}">
      <dgm:prSet/>
      <dgm:spPr/>
      <dgm:t>
        <a:bodyPr/>
        <a:lstStyle/>
        <a:p>
          <a:r>
            <a:rPr lang="en-US" dirty="0" err="1"/>
            <a:t>Introducción</a:t>
          </a:r>
          <a:r>
            <a:rPr lang="en-US" dirty="0"/>
            <a:t>  y T1  Adrián Castelló</a:t>
          </a:r>
        </a:p>
      </dgm:t>
    </dgm:pt>
    <dgm:pt modelId="{B4D527E9-964A-48EF-A689-F99AC4AA9837}" type="parTrans" cxnId="{23F2D5A1-034E-4A84-A6A9-9B56BCE91829}">
      <dgm:prSet/>
      <dgm:spPr/>
      <dgm:t>
        <a:bodyPr/>
        <a:lstStyle/>
        <a:p>
          <a:endParaRPr lang="en-US"/>
        </a:p>
      </dgm:t>
    </dgm:pt>
    <dgm:pt modelId="{339C6E97-34AB-4C7F-8F03-27D1E2703DCD}" type="sibTrans" cxnId="{23F2D5A1-034E-4A84-A6A9-9B56BCE91829}">
      <dgm:prSet/>
      <dgm:spPr/>
      <dgm:t>
        <a:bodyPr/>
        <a:lstStyle/>
        <a:p>
          <a:endParaRPr lang="en-US"/>
        </a:p>
      </dgm:t>
    </dgm:pt>
    <dgm:pt modelId="{EB0380EF-AC9B-41EE-A84C-EDBEF7A9175B}">
      <dgm:prSet/>
      <dgm:spPr/>
      <dgm:t>
        <a:bodyPr/>
        <a:lstStyle/>
        <a:p>
          <a:pPr>
            <a:defRPr b="1"/>
          </a:pPr>
          <a:r>
            <a:rPr lang="en-US"/>
            <a:t>9 Dic.</a:t>
          </a:r>
        </a:p>
      </dgm:t>
    </dgm:pt>
    <dgm:pt modelId="{8B1B17CD-8883-483B-8A73-DD605635D6FE}" type="parTrans" cxnId="{E2F55F16-0A66-4361-BF3F-99AFC63B7533}">
      <dgm:prSet/>
      <dgm:spPr/>
      <dgm:t>
        <a:bodyPr/>
        <a:lstStyle/>
        <a:p>
          <a:endParaRPr lang="en-US"/>
        </a:p>
      </dgm:t>
    </dgm:pt>
    <dgm:pt modelId="{232AA882-89EF-4163-B72F-3DE1A0C37E27}" type="sibTrans" cxnId="{E2F55F16-0A66-4361-BF3F-99AFC63B7533}">
      <dgm:prSet/>
      <dgm:spPr/>
      <dgm:t>
        <a:bodyPr/>
        <a:lstStyle/>
        <a:p>
          <a:endParaRPr lang="en-US"/>
        </a:p>
      </dgm:t>
    </dgm:pt>
    <dgm:pt modelId="{3A91E3FB-072C-4869-8178-B4A5C63E3D86}">
      <dgm:prSet/>
      <dgm:spPr/>
      <dgm:t>
        <a:bodyPr/>
        <a:lstStyle/>
        <a:p>
          <a:r>
            <a:rPr lang="en-US" dirty="0"/>
            <a:t>T2. Adrián Castelló</a:t>
          </a:r>
        </a:p>
      </dgm:t>
    </dgm:pt>
    <dgm:pt modelId="{290ACFDD-B7A8-4444-AAAB-ABF7BF155938}" type="parTrans" cxnId="{B620556C-9DDA-422B-80EC-B4C9BCED0EE1}">
      <dgm:prSet/>
      <dgm:spPr/>
      <dgm:t>
        <a:bodyPr/>
        <a:lstStyle/>
        <a:p>
          <a:endParaRPr lang="en-US"/>
        </a:p>
      </dgm:t>
    </dgm:pt>
    <dgm:pt modelId="{FF5F18C5-1D19-4FEC-B346-27B75AA57605}" type="sibTrans" cxnId="{B620556C-9DDA-422B-80EC-B4C9BCED0EE1}">
      <dgm:prSet/>
      <dgm:spPr/>
      <dgm:t>
        <a:bodyPr/>
        <a:lstStyle/>
        <a:p>
          <a:endParaRPr lang="en-US"/>
        </a:p>
      </dgm:t>
    </dgm:pt>
    <dgm:pt modelId="{D3FC7A88-DDC1-4D9B-ACFA-B406DFA4F762}">
      <dgm:prSet/>
      <dgm:spPr/>
      <dgm:t>
        <a:bodyPr/>
        <a:lstStyle/>
        <a:p>
          <a:pPr>
            <a:defRPr b="1"/>
          </a:pPr>
          <a:r>
            <a:rPr lang="en-US"/>
            <a:t>12 Dic.</a:t>
          </a:r>
        </a:p>
      </dgm:t>
    </dgm:pt>
    <dgm:pt modelId="{619D5113-FB28-4DAE-A7F4-ED7C280623EF}" type="parTrans" cxnId="{2494E751-F884-47B2-82B2-C30E352B653B}">
      <dgm:prSet/>
      <dgm:spPr/>
      <dgm:t>
        <a:bodyPr/>
        <a:lstStyle/>
        <a:p>
          <a:endParaRPr lang="en-US"/>
        </a:p>
      </dgm:t>
    </dgm:pt>
    <dgm:pt modelId="{0ED1C320-4261-43CA-BF0B-F243251AECBC}" type="sibTrans" cxnId="{2494E751-F884-47B2-82B2-C30E352B653B}">
      <dgm:prSet/>
      <dgm:spPr/>
      <dgm:t>
        <a:bodyPr/>
        <a:lstStyle/>
        <a:p>
          <a:endParaRPr lang="en-US"/>
        </a:p>
      </dgm:t>
    </dgm:pt>
    <dgm:pt modelId="{D0BE36A1-9C2C-4B3B-B078-AFB5292B1671}">
      <dgm:prSet/>
      <dgm:spPr/>
      <dgm:t>
        <a:bodyPr/>
        <a:lstStyle/>
        <a:p>
          <a:r>
            <a:rPr lang="en-US" dirty="0"/>
            <a:t>T3. Pedro Alonso</a:t>
          </a:r>
        </a:p>
      </dgm:t>
    </dgm:pt>
    <dgm:pt modelId="{A2EFA3B0-F23C-4A35-BFD7-C530450FE453}" type="parTrans" cxnId="{3C5CBB3F-A6FF-4ADF-9051-35CD49DEFBE3}">
      <dgm:prSet/>
      <dgm:spPr/>
      <dgm:t>
        <a:bodyPr/>
        <a:lstStyle/>
        <a:p>
          <a:endParaRPr lang="en-US"/>
        </a:p>
      </dgm:t>
    </dgm:pt>
    <dgm:pt modelId="{03AD3083-0CC7-40AD-94C5-55C17A4E2D12}" type="sibTrans" cxnId="{3C5CBB3F-A6FF-4ADF-9051-35CD49DEFBE3}">
      <dgm:prSet/>
      <dgm:spPr/>
      <dgm:t>
        <a:bodyPr/>
        <a:lstStyle/>
        <a:p>
          <a:endParaRPr lang="en-US"/>
        </a:p>
      </dgm:t>
    </dgm:pt>
    <dgm:pt modelId="{EC21EB9E-F31C-4707-8402-7640896B3F0F}">
      <dgm:prSet/>
      <dgm:spPr/>
      <dgm:t>
        <a:bodyPr/>
        <a:lstStyle/>
        <a:p>
          <a:pPr>
            <a:defRPr b="1"/>
          </a:pPr>
          <a:r>
            <a:rPr lang="en-US"/>
            <a:t>15 Dic.</a:t>
          </a:r>
        </a:p>
      </dgm:t>
    </dgm:pt>
    <dgm:pt modelId="{6B123590-C4EF-4133-89B6-8270053AB1A9}" type="parTrans" cxnId="{D700C000-15EA-4F36-B57C-C2D55C14AFA9}">
      <dgm:prSet/>
      <dgm:spPr/>
      <dgm:t>
        <a:bodyPr/>
        <a:lstStyle/>
        <a:p>
          <a:endParaRPr lang="en-US"/>
        </a:p>
      </dgm:t>
    </dgm:pt>
    <dgm:pt modelId="{53B61E78-8B67-47AE-BE2F-B44DB976172D}" type="sibTrans" cxnId="{D700C000-15EA-4F36-B57C-C2D55C14AFA9}">
      <dgm:prSet/>
      <dgm:spPr/>
      <dgm:t>
        <a:bodyPr/>
        <a:lstStyle/>
        <a:p>
          <a:endParaRPr lang="en-US"/>
        </a:p>
      </dgm:t>
    </dgm:pt>
    <dgm:pt modelId="{C6A58620-69BA-452E-B37F-DFA612E583DA}">
      <dgm:prSet/>
      <dgm:spPr/>
      <dgm:t>
        <a:bodyPr/>
        <a:lstStyle/>
        <a:p>
          <a:r>
            <a:rPr lang="en-US" dirty="0"/>
            <a:t>T4. Adrián Castelló</a:t>
          </a:r>
        </a:p>
      </dgm:t>
    </dgm:pt>
    <dgm:pt modelId="{4C1A545A-CBE2-4935-A35D-BE9BDEDB33DD}" type="parTrans" cxnId="{07949EFD-24DA-4422-B0DD-DD8611C13659}">
      <dgm:prSet/>
      <dgm:spPr/>
      <dgm:t>
        <a:bodyPr/>
        <a:lstStyle/>
        <a:p>
          <a:endParaRPr lang="en-US"/>
        </a:p>
      </dgm:t>
    </dgm:pt>
    <dgm:pt modelId="{F5530ED1-8EE7-451D-A7E3-A1BDCE0ABEC1}" type="sibTrans" cxnId="{07949EFD-24DA-4422-B0DD-DD8611C13659}">
      <dgm:prSet/>
      <dgm:spPr/>
      <dgm:t>
        <a:bodyPr/>
        <a:lstStyle/>
        <a:p>
          <a:endParaRPr lang="en-US"/>
        </a:p>
      </dgm:t>
    </dgm:pt>
    <dgm:pt modelId="{96BB7016-F8A5-354D-9D4D-4C80C23D4060}" type="pres">
      <dgm:prSet presAssocID="{2E59CAB6-7A3A-4B98-BA11-F681C42F1B40}" presName="root" presStyleCnt="0">
        <dgm:presLayoutVars>
          <dgm:chMax/>
          <dgm:chPref/>
          <dgm:animLvl val="lvl"/>
        </dgm:presLayoutVars>
      </dgm:prSet>
      <dgm:spPr/>
    </dgm:pt>
    <dgm:pt modelId="{452DF4C0-F8F7-8748-9A86-AD620F147967}" type="pres">
      <dgm:prSet presAssocID="{2E59CAB6-7A3A-4B98-BA11-F681C42F1B40}" presName="divider" presStyleLbl="node1" presStyleIdx="0" presStyleCnt="1"/>
      <dgm:spPr/>
    </dgm:pt>
    <dgm:pt modelId="{17F04B16-780F-8D44-A39E-772980C933E9}" type="pres">
      <dgm:prSet presAssocID="{2E59CAB6-7A3A-4B98-BA11-F681C42F1B40}" presName="nodes" presStyleCnt="0">
        <dgm:presLayoutVars>
          <dgm:chMax/>
          <dgm:chPref/>
          <dgm:animLvl val="lvl"/>
        </dgm:presLayoutVars>
      </dgm:prSet>
      <dgm:spPr/>
    </dgm:pt>
    <dgm:pt modelId="{38EB53B6-4301-F146-A994-ACA0E6AF99E8}" type="pres">
      <dgm:prSet presAssocID="{0CEF205D-124F-4F24-917A-F260FF1165C0}" presName="composite" presStyleCnt="0"/>
      <dgm:spPr/>
    </dgm:pt>
    <dgm:pt modelId="{600E2F8E-0F32-454A-9FA6-B7D6AEDA4F2C}" type="pres">
      <dgm:prSet presAssocID="{0CEF205D-124F-4F24-917A-F260FF1165C0}" presName="L1TextContainer" presStyleLbl="revTx" presStyleIdx="0" presStyleCnt="4">
        <dgm:presLayoutVars>
          <dgm:chMax val="1"/>
          <dgm:chPref val="1"/>
          <dgm:bulletEnabled val="1"/>
        </dgm:presLayoutVars>
      </dgm:prSet>
      <dgm:spPr/>
    </dgm:pt>
    <dgm:pt modelId="{D43BBCE2-6638-E549-ABBB-871497A05625}" type="pres">
      <dgm:prSet presAssocID="{0CEF205D-124F-4F24-917A-F260FF1165C0}" presName="L2TextContainerWrapper" presStyleCnt="0">
        <dgm:presLayoutVars>
          <dgm:chMax val="0"/>
          <dgm:chPref val="0"/>
          <dgm:bulletEnabled val="1"/>
        </dgm:presLayoutVars>
      </dgm:prSet>
      <dgm:spPr/>
    </dgm:pt>
    <dgm:pt modelId="{17F1B0F0-C762-A54F-8E81-01BCD5C7390F}" type="pres">
      <dgm:prSet presAssocID="{0CEF205D-124F-4F24-917A-F260FF1165C0}" presName="L2TextContainer" presStyleLbl="bgAccFollowNode1" presStyleIdx="0" presStyleCnt="4" custScaleX="88418"/>
      <dgm:spPr/>
    </dgm:pt>
    <dgm:pt modelId="{36606866-CBA2-BE48-B778-41807F08924F}" type="pres">
      <dgm:prSet presAssocID="{0CEF205D-124F-4F24-917A-F260FF1165C0}" presName="FlexibleEmptyPlaceHolder" presStyleCnt="0"/>
      <dgm:spPr/>
    </dgm:pt>
    <dgm:pt modelId="{3E906D5C-948E-1F46-86AA-7ABD8EC07AD5}" type="pres">
      <dgm:prSet presAssocID="{0CEF205D-124F-4F24-917A-F260FF1165C0}" presName="ConnectLine" presStyleLbl="alignNode1" presStyleIdx="0" presStyleCnt="4"/>
      <dgm:spPr>
        <a:solidFill>
          <a:schemeClr val="accent1">
            <a:hueOff val="0"/>
            <a:satOff val="0"/>
            <a:lumOff val="0"/>
            <a:alphaOff val="0"/>
          </a:schemeClr>
        </a:solidFill>
        <a:ln w="6350" cap="flat" cmpd="sng" algn="ctr">
          <a:solidFill>
            <a:schemeClr val="accent1">
              <a:hueOff val="0"/>
              <a:satOff val="0"/>
              <a:lumOff val="0"/>
              <a:alphaOff val="0"/>
            </a:schemeClr>
          </a:solidFill>
          <a:prstDash val="dash"/>
          <a:miter lim="800000"/>
        </a:ln>
        <a:effectLst/>
      </dgm:spPr>
    </dgm:pt>
    <dgm:pt modelId="{30CAFA7D-E8F1-8440-B4D2-196509F63D57}" type="pres">
      <dgm:prSet presAssocID="{0CEF205D-124F-4F24-917A-F260FF1165C0}" presName="ConnectorPoint" presStyleLbl="fgAcc1" presStyleIdx="0" presStyleCnt="4"/>
      <dgm:spPr>
        <a:solidFill>
          <a:schemeClr val="lt1">
            <a:alpha val="90000"/>
            <a:hueOff val="0"/>
            <a:satOff val="0"/>
            <a:lumOff val="0"/>
            <a:alphaOff val="0"/>
          </a:schemeClr>
        </a:solidFill>
        <a:ln w="19050" cap="flat" cmpd="sng" algn="ctr">
          <a:noFill/>
          <a:prstDash val="solid"/>
          <a:miter lim="800000"/>
        </a:ln>
        <a:effectLst/>
      </dgm:spPr>
    </dgm:pt>
    <dgm:pt modelId="{0E0DE970-D0BA-7A4C-A45B-E9DFFEDF6EA3}" type="pres">
      <dgm:prSet presAssocID="{0CEF205D-124F-4F24-917A-F260FF1165C0}" presName="EmptyPlaceHolder" presStyleCnt="0"/>
      <dgm:spPr/>
    </dgm:pt>
    <dgm:pt modelId="{5A2BD48A-1B28-9B4B-AF14-87EA9181AC45}" type="pres">
      <dgm:prSet presAssocID="{40B3413B-E293-4551-9B1B-66D843F1A8EA}" presName="spaceBetweenRectangles" presStyleCnt="0"/>
      <dgm:spPr/>
    </dgm:pt>
    <dgm:pt modelId="{4BE086F8-1C7F-454C-AE8D-18B1604C204F}" type="pres">
      <dgm:prSet presAssocID="{EB0380EF-AC9B-41EE-A84C-EDBEF7A9175B}" presName="composite" presStyleCnt="0"/>
      <dgm:spPr/>
    </dgm:pt>
    <dgm:pt modelId="{479D7DA8-82F2-074D-9171-A382821E56D4}" type="pres">
      <dgm:prSet presAssocID="{EB0380EF-AC9B-41EE-A84C-EDBEF7A9175B}" presName="L1TextContainer" presStyleLbl="revTx" presStyleIdx="1" presStyleCnt="4">
        <dgm:presLayoutVars>
          <dgm:chMax val="1"/>
          <dgm:chPref val="1"/>
          <dgm:bulletEnabled val="1"/>
        </dgm:presLayoutVars>
      </dgm:prSet>
      <dgm:spPr/>
    </dgm:pt>
    <dgm:pt modelId="{3735422C-67BF-BA42-B31D-2A513FEDC118}" type="pres">
      <dgm:prSet presAssocID="{EB0380EF-AC9B-41EE-A84C-EDBEF7A9175B}" presName="L2TextContainerWrapper" presStyleCnt="0">
        <dgm:presLayoutVars>
          <dgm:chMax val="0"/>
          <dgm:chPref val="0"/>
          <dgm:bulletEnabled val="1"/>
        </dgm:presLayoutVars>
      </dgm:prSet>
      <dgm:spPr/>
    </dgm:pt>
    <dgm:pt modelId="{110889BB-6CC9-3C47-92D5-D22BF0D466ED}" type="pres">
      <dgm:prSet presAssocID="{EB0380EF-AC9B-41EE-A84C-EDBEF7A9175B}" presName="L2TextContainer" presStyleLbl="bgAccFollowNode1" presStyleIdx="1" presStyleCnt="4" custScaleX="57076"/>
      <dgm:spPr/>
    </dgm:pt>
    <dgm:pt modelId="{0D20FDD3-3333-D649-84F4-EE34C20AF1C8}" type="pres">
      <dgm:prSet presAssocID="{EB0380EF-AC9B-41EE-A84C-EDBEF7A9175B}" presName="FlexibleEmptyPlaceHolder" presStyleCnt="0"/>
      <dgm:spPr/>
    </dgm:pt>
    <dgm:pt modelId="{FE6B9F3F-1DD5-1442-AA51-9E8E612373AB}" type="pres">
      <dgm:prSet presAssocID="{EB0380EF-AC9B-41EE-A84C-EDBEF7A9175B}" presName="ConnectLine" presStyleLbl="alignNode1" presStyleIdx="1" presStyleCnt="4"/>
      <dgm:spPr>
        <a:solidFill>
          <a:schemeClr val="accent1">
            <a:hueOff val="0"/>
            <a:satOff val="0"/>
            <a:lumOff val="0"/>
            <a:alphaOff val="0"/>
          </a:schemeClr>
        </a:solidFill>
        <a:ln w="6350" cap="flat" cmpd="sng" algn="ctr">
          <a:solidFill>
            <a:schemeClr val="accent1">
              <a:hueOff val="0"/>
              <a:satOff val="0"/>
              <a:lumOff val="0"/>
              <a:alphaOff val="0"/>
            </a:schemeClr>
          </a:solidFill>
          <a:prstDash val="dash"/>
          <a:miter lim="800000"/>
        </a:ln>
        <a:effectLst/>
      </dgm:spPr>
    </dgm:pt>
    <dgm:pt modelId="{D12A9A31-A677-544E-9C39-6EA6DD12AF4F}" type="pres">
      <dgm:prSet presAssocID="{EB0380EF-AC9B-41EE-A84C-EDBEF7A9175B}" presName="ConnectorPoint" presStyleLbl="fgAcc1" presStyleIdx="1" presStyleCnt="4"/>
      <dgm:spPr>
        <a:solidFill>
          <a:schemeClr val="lt1">
            <a:alpha val="90000"/>
            <a:hueOff val="0"/>
            <a:satOff val="0"/>
            <a:lumOff val="0"/>
            <a:alphaOff val="0"/>
          </a:schemeClr>
        </a:solidFill>
        <a:ln w="19050" cap="flat" cmpd="sng" algn="ctr">
          <a:noFill/>
          <a:prstDash val="solid"/>
          <a:miter lim="800000"/>
        </a:ln>
        <a:effectLst/>
      </dgm:spPr>
    </dgm:pt>
    <dgm:pt modelId="{8B3DC9A1-2C67-6D4A-915E-3E58146FB8C3}" type="pres">
      <dgm:prSet presAssocID="{EB0380EF-AC9B-41EE-A84C-EDBEF7A9175B}" presName="EmptyPlaceHolder" presStyleCnt="0"/>
      <dgm:spPr/>
    </dgm:pt>
    <dgm:pt modelId="{EEB5051B-97AC-9046-9705-003DF3FF5195}" type="pres">
      <dgm:prSet presAssocID="{232AA882-89EF-4163-B72F-3DE1A0C37E27}" presName="spaceBetweenRectangles" presStyleCnt="0"/>
      <dgm:spPr/>
    </dgm:pt>
    <dgm:pt modelId="{AD64FC98-DFBA-E148-AF69-E4CDF8085E96}" type="pres">
      <dgm:prSet presAssocID="{D3FC7A88-DDC1-4D9B-ACFA-B406DFA4F762}" presName="composite" presStyleCnt="0"/>
      <dgm:spPr/>
    </dgm:pt>
    <dgm:pt modelId="{3AA8B381-4AEF-3E43-AF4C-EB08901847A5}" type="pres">
      <dgm:prSet presAssocID="{D3FC7A88-DDC1-4D9B-ACFA-B406DFA4F762}" presName="L1TextContainer" presStyleLbl="revTx" presStyleIdx="2" presStyleCnt="4">
        <dgm:presLayoutVars>
          <dgm:chMax val="1"/>
          <dgm:chPref val="1"/>
          <dgm:bulletEnabled val="1"/>
        </dgm:presLayoutVars>
      </dgm:prSet>
      <dgm:spPr/>
    </dgm:pt>
    <dgm:pt modelId="{45722A7A-63A8-0541-AC0D-896E9BB9CDAD}" type="pres">
      <dgm:prSet presAssocID="{D3FC7A88-DDC1-4D9B-ACFA-B406DFA4F762}" presName="L2TextContainerWrapper" presStyleCnt="0">
        <dgm:presLayoutVars>
          <dgm:chMax val="0"/>
          <dgm:chPref val="0"/>
          <dgm:bulletEnabled val="1"/>
        </dgm:presLayoutVars>
      </dgm:prSet>
      <dgm:spPr/>
    </dgm:pt>
    <dgm:pt modelId="{989AB666-D180-DF4B-9BCB-B15D39C5CC0C}" type="pres">
      <dgm:prSet presAssocID="{D3FC7A88-DDC1-4D9B-ACFA-B406DFA4F762}" presName="L2TextContainer" presStyleLbl="bgAccFollowNode1" presStyleIdx="2" presStyleCnt="4" custScaleX="46911"/>
      <dgm:spPr/>
    </dgm:pt>
    <dgm:pt modelId="{40859ABC-3F2E-E547-9C89-2F89CAB325AC}" type="pres">
      <dgm:prSet presAssocID="{D3FC7A88-DDC1-4D9B-ACFA-B406DFA4F762}" presName="FlexibleEmptyPlaceHolder" presStyleCnt="0"/>
      <dgm:spPr/>
    </dgm:pt>
    <dgm:pt modelId="{1CD18FAB-E4B5-3340-8C85-7896F59328D6}" type="pres">
      <dgm:prSet presAssocID="{D3FC7A88-DDC1-4D9B-ACFA-B406DFA4F762}" presName="ConnectLine" presStyleLbl="alignNode1" presStyleIdx="2" presStyleCnt="4"/>
      <dgm:spPr>
        <a:solidFill>
          <a:schemeClr val="accent1">
            <a:hueOff val="0"/>
            <a:satOff val="0"/>
            <a:lumOff val="0"/>
            <a:alphaOff val="0"/>
          </a:schemeClr>
        </a:solidFill>
        <a:ln w="6350" cap="flat" cmpd="sng" algn="ctr">
          <a:solidFill>
            <a:schemeClr val="accent1">
              <a:hueOff val="0"/>
              <a:satOff val="0"/>
              <a:lumOff val="0"/>
              <a:alphaOff val="0"/>
            </a:schemeClr>
          </a:solidFill>
          <a:prstDash val="dash"/>
          <a:miter lim="800000"/>
        </a:ln>
        <a:effectLst/>
      </dgm:spPr>
    </dgm:pt>
    <dgm:pt modelId="{DEAAB110-2347-334C-AD4B-38DF183DBF8F}" type="pres">
      <dgm:prSet presAssocID="{D3FC7A88-DDC1-4D9B-ACFA-B406DFA4F762}" presName="ConnectorPoint" presStyleLbl="fgAcc1" presStyleIdx="2" presStyleCnt="4"/>
      <dgm:spPr>
        <a:solidFill>
          <a:schemeClr val="lt1">
            <a:alpha val="90000"/>
            <a:hueOff val="0"/>
            <a:satOff val="0"/>
            <a:lumOff val="0"/>
            <a:alphaOff val="0"/>
          </a:schemeClr>
        </a:solidFill>
        <a:ln w="19050" cap="flat" cmpd="sng" algn="ctr">
          <a:noFill/>
          <a:prstDash val="solid"/>
          <a:miter lim="800000"/>
        </a:ln>
        <a:effectLst/>
      </dgm:spPr>
    </dgm:pt>
    <dgm:pt modelId="{E234B154-D88E-B845-A111-13BFC9C99BAD}" type="pres">
      <dgm:prSet presAssocID="{D3FC7A88-DDC1-4D9B-ACFA-B406DFA4F762}" presName="EmptyPlaceHolder" presStyleCnt="0"/>
      <dgm:spPr/>
    </dgm:pt>
    <dgm:pt modelId="{68F4B399-85FE-FE42-B163-38025BEF320B}" type="pres">
      <dgm:prSet presAssocID="{0ED1C320-4261-43CA-BF0B-F243251AECBC}" presName="spaceBetweenRectangles" presStyleCnt="0"/>
      <dgm:spPr/>
    </dgm:pt>
    <dgm:pt modelId="{8DDCD9B6-E0CF-E044-83A7-86C635BB0F2E}" type="pres">
      <dgm:prSet presAssocID="{EC21EB9E-F31C-4707-8402-7640896B3F0F}" presName="composite" presStyleCnt="0"/>
      <dgm:spPr/>
    </dgm:pt>
    <dgm:pt modelId="{BF3DAAB4-B907-C647-9823-02C18ED0CD53}" type="pres">
      <dgm:prSet presAssocID="{EC21EB9E-F31C-4707-8402-7640896B3F0F}" presName="L1TextContainer" presStyleLbl="revTx" presStyleIdx="3" presStyleCnt="4">
        <dgm:presLayoutVars>
          <dgm:chMax val="1"/>
          <dgm:chPref val="1"/>
          <dgm:bulletEnabled val="1"/>
        </dgm:presLayoutVars>
      </dgm:prSet>
      <dgm:spPr/>
    </dgm:pt>
    <dgm:pt modelId="{A7D38DC9-F5B2-F04D-8CBD-097E78B1B240}" type="pres">
      <dgm:prSet presAssocID="{EC21EB9E-F31C-4707-8402-7640896B3F0F}" presName="L2TextContainerWrapper" presStyleCnt="0">
        <dgm:presLayoutVars>
          <dgm:chMax val="0"/>
          <dgm:chPref val="0"/>
          <dgm:bulletEnabled val="1"/>
        </dgm:presLayoutVars>
      </dgm:prSet>
      <dgm:spPr/>
    </dgm:pt>
    <dgm:pt modelId="{D9607A91-68BA-D341-8497-A16C0DFF9F57}" type="pres">
      <dgm:prSet presAssocID="{EC21EB9E-F31C-4707-8402-7640896B3F0F}" presName="L2TextContainer" presStyleLbl="bgAccFollowNode1" presStyleIdx="3" presStyleCnt="4" custScaleX="51417"/>
      <dgm:spPr/>
    </dgm:pt>
    <dgm:pt modelId="{3AA45E40-C1FE-7744-A51C-6B53564A30BB}" type="pres">
      <dgm:prSet presAssocID="{EC21EB9E-F31C-4707-8402-7640896B3F0F}" presName="FlexibleEmptyPlaceHolder" presStyleCnt="0"/>
      <dgm:spPr/>
    </dgm:pt>
    <dgm:pt modelId="{EBBADA94-673E-FC48-9AAF-958AF29E6BE4}" type="pres">
      <dgm:prSet presAssocID="{EC21EB9E-F31C-4707-8402-7640896B3F0F}" presName="ConnectLine" presStyleLbl="alignNode1" presStyleIdx="3" presStyleCnt="4"/>
      <dgm:spPr>
        <a:solidFill>
          <a:schemeClr val="accent1">
            <a:hueOff val="0"/>
            <a:satOff val="0"/>
            <a:lumOff val="0"/>
            <a:alphaOff val="0"/>
          </a:schemeClr>
        </a:solidFill>
        <a:ln w="6350" cap="flat" cmpd="sng" algn="ctr">
          <a:solidFill>
            <a:schemeClr val="accent1">
              <a:hueOff val="0"/>
              <a:satOff val="0"/>
              <a:lumOff val="0"/>
              <a:alphaOff val="0"/>
            </a:schemeClr>
          </a:solidFill>
          <a:prstDash val="dash"/>
          <a:miter lim="800000"/>
        </a:ln>
        <a:effectLst/>
      </dgm:spPr>
    </dgm:pt>
    <dgm:pt modelId="{F7AF0840-397F-3548-9F54-BE91979F3F92}" type="pres">
      <dgm:prSet presAssocID="{EC21EB9E-F31C-4707-8402-7640896B3F0F}" presName="ConnectorPoint" presStyleLbl="fgAcc1" presStyleIdx="3" presStyleCnt="4"/>
      <dgm:spPr>
        <a:solidFill>
          <a:schemeClr val="lt1">
            <a:alpha val="90000"/>
            <a:hueOff val="0"/>
            <a:satOff val="0"/>
            <a:lumOff val="0"/>
            <a:alphaOff val="0"/>
          </a:schemeClr>
        </a:solidFill>
        <a:ln w="19050" cap="flat" cmpd="sng" algn="ctr">
          <a:noFill/>
          <a:prstDash val="solid"/>
          <a:miter lim="800000"/>
        </a:ln>
        <a:effectLst/>
      </dgm:spPr>
    </dgm:pt>
    <dgm:pt modelId="{9AA51909-505C-2341-B281-CF7FB83DF72B}" type="pres">
      <dgm:prSet presAssocID="{EC21EB9E-F31C-4707-8402-7640896B3F0F}" presName="EmptyPlaceHolder" presStyleCnt="0"/>
      <dgm:spPr/>
    </dgm:pt>
  </dgm:ptLst>
  <dgm:cxnLst>
    <dgm:cxn modelId="{D700C000-15EA-4F36-B57C-C2D55C14AFA9}" srcId="{2E59CAB6-7A3A-4B98-BA11-F681C42F1B40}" destId="{EC21EB9E-F31C-4707-8402-7640896B3F0F}" srcOrd="3" destOrd="0" parTransId="{6B123590-C4EF-4133-89B6-8270053AB1A9}" sibTransId="{53B61E78-8B67-47AE-BE2F-B44DB976172D}"/>
    <dgm:cxn modelId="{81F7CE11-C333-8E4D-BCAD-35AB95A17EF3}" type="presOf" srcId="{EB0380EF-AC9B-41EE-A84C-EDBEF7A9175B}" destId="{479D7DA8-82F2-074D-9171-A382821E56D4}" srcOrd="0" destOrd="0" presId="urn:microsoft.com/office/officeart/2017/3/layout/HorizontalPathTimeline"/>
    <dgm:cxn modelId="{E2F55F16-0A66-4361-BF3F-99AFC63B7533}" srcId="{2E59CAB6-7A3A-4B98-BA11-F681C42F1B40}" destId="{EB0380EF-AC9B-41EE-A84C-EDBEF7A9175B}" srcOrd="1" destOrd="0" parTransId="{8B1B17CD-8883-483B-8A73-DD605635D6FE}" sibTransId="{232AA882-89EF-4163-B72F-3DE1A0C37E27}"/>
    <dgm:cxn modelId="{DD5ABA20-3B6F-374B-BD34-C014C6A48B4A}" type="presOf" srcId="{D0BE36A1-9C2C-4B3B-B078-AFB5292B1671}" destId="{989AB666-D180-DF4B-9BCB-B15D39C5CC0C}" srcOrd="0" destOrd="0" presId="urn:microsoft.com/office/officeart/2017/3/layout/HorizontalPathTimeline"/>
    <dgm:cxn modelId="{E478863D-A16E-F442-A941-973A8ED82F0B}" type="presOf" srcId="{0CEF205D-124F-4F24-917A-F260FF1165C0}" destId="{600E2F8E-0F32-454A-9FA6-B7D6AEDA4F2C}" srcOrd="0" destOrd="0" presId="urn:microsoft.com/office/officeart/2017/3/layout/HorizontalPathTimeline"/>
    <dgm:cxn modelId="{3C5CBB3F-A6FF-4ADF-9051-35CD49DEFBE3}" srcId="{D3FC7A88-DDC1-4D9B-ACFA-B406DFA4F762}" destId="{D0BE36A1-9C2C-4B3B-B078-AFB5292B1671}" srcOrd="0" destOrd="0" parTransId="{A2EFA3B0-F23C-4A35-BFD7-C530450FE453}" sibTransId="{03AD3083-0CC7-40AD-94C5-55C17A4E2D12}"/>
    <dgm:cxn modelId="{2494E751-F884-47B2-82B2-C30E352B653B}" srcId="{2E59CAB6-7A3A-4B98-BA11-F681C42F1B40}" destId="{D3FC7A88-DDC1-4D9B-ACFA-B406DFA4F762}" srcOrd="2" destOrd="0" parTransId="{619D5113-FB28-4DAE-A7F4-ED7C280623EF}" sibTransId="{0ED1C320-4261-43CA-BF0B-F243251AECBC}"/>
    <dgm:cxn modelId="{F02C7057-CD99-214D-9C56-E9088674883D}" type="presOf" srcId="{EC21EB9E-F31C-4707-8402-7640896B3F0F}" destId="{BF3DAAB4-B907-C647-9823-02C18ED0CD53}" srcOrd="0" destOrd="0" presId="urn:microsoft.com/office/officeart/2017/3/layout/HorizontalPathTimeline"/>
    <dgm:cxn modelId="{B620556C-9DDA-422B-80EC-B4C9BCED0EE1}" srcId="{EB0380EF-AC9B-41EE-A84C-EDBEF7A9175B}" destId="{3A91E3FB-072C-4869-8178-B4A5C63E3D86}" srcOrd="0" destOrd="0" parTransId="{290ACFDD-B7A8-4444-AAAB-ABF7BF155938}" sibTransId="{FF5F18C5-1D19-4FEC-B346-27B75AA57605}"/>
    <dgm:cxn modelId="{DC5BEE8C-D83F-6546-9778-95CA27C170DD}" type="presOf" srcId="{CD190969-FE86-49A9-8109-D97A174BB445}" destId="{17F1B0F0-C762-A54F-8E81-01BCD5C7390F}" srcOrd="0" destOrd="0" presId="urn:microsoft.com/office/officeart/2017/3/layout/HorizontalPathTimeline"/>
    <dgm:cxn modelId="{23F2D5A1-034E-4A84-A6A9-9B56BCE91829}" srcId="{0CEF205D-124F-4F24-917A-F260FF1165C0}" destId="{CD190969-FE86-49A9-8109-D97A174BB445}" srcOrd="0" destOrd="0" parTransId="{B4D527E9-964A-48EF-A689-F99AC4AA9837}" sibTransId="{339C6E97-34AB-4C7F-8F03-27D1E2703DCD}"/>
    <dgm:cxn modelId="{7EE2DBA2-6755-45F4-AE5B-36D81CF938BD}" srcId="{2E59CAB6-7A3A-4B98-BA11-F681C42F1B40}" destId="{0CEF205D-124F-4F24-917A-F260FF1165C0}" srcOrd="0" destOrd="0" parTransId="{788F1729-00D7-4943-AEDF-5634F77B82EC}" sibTransId="{40B3413B-E293-4551-9B1B-66D843F1A8EA}"/>
    <dgm:cxn modelId="{8B7A64A4-8392-544D-A2B0-8C4C98D99E5A}" type="presOf" srcId="{3A91E3FB-072C-4869-8178-B4A5C63E3D86}" destId="{110889BB-6CC9-3C47-92D5-D22BF0D466ED}" srcOrd="0" destOrd="0" presId="urn:microsoft.com/office/officeart/2017/3/layout/HorizontalPathTimeline"/>
    <dgm:cxn modelId="{57B759AC-465B-9A48-8EDA-31F5FA33E154}" type="presOf" srcId="{D3FC7A88-DDC1-4D9B-ACFA-B406DFA4F762}" destId="{3AA8B381-4AEF-3E43-AF4C-EB08901847A5}" srcOrd="0" destOrd="0" presId="urn:microsoft.com/office/officeart/2017/3/layout/HorizontalPathTimeline"/>
    <dgm:cxn modelId="{583849AE-0AD5-B94C-9F02-3C07C6555CD4}" type="presOf" srcId="{2E59CAB6-7A3A-4B98-BA11-F681C42F1B40}" destId="{96BB7016-F8A5-354D-9D4D-4C80C23D4060}" srcOrd="0" destOrd="0" presId="urn:microsoft.com/office/officeart/2017/3/layout/HorizontalPathTimeline"/>
    <dgm:cxn modelId="{F4055BD5-8B7C-6740-B718-9248CD38CF1B}" type="presOf" srcId="{C6A58620-69BA-452E-B37F-DFA612E583DA}" destId="{D9607A91-68BA-D341-8497-A16C0DFF9F57}" srcOrd="0" destOrd="0" presId="urn:microsoft.com/office/officeart/2017/3/layout/HorizontalPathTimeline"/>
    <dgm:cxn modelId="{07949EFD-24DA-4422-B0DD-DD8611C13659}" srcId="{EC21EB9E-F31C-4707-8402-7640896B3F0F}" destId="{C6A58620-69BA-452E-B37F-DFA612E583DA}" srcOrd="0" destOrd="0" parTransId="{4C1A545A-CBE2-4935-A35D-BE9BDEDB33DD}" sibTransId="{F5530ED1-8EE7-451D-A7E3-A1BDCE0ABEC1}"/>
    <dgm:cxn modelId="{CE8EBAA2-AABA-D44D-B79E-29F3E93E22C7}" type="presParOf" srcId="{96BB7016-F8A5-354D-9D4D-4C80C23D4060}" destId="{452DF4C0-F8F7-8748-9A86-AD620F147967}" srcOrd="0" destOrd="0" presId="urn:microsoft.com/office/officeart/2017/3/layout/HorizontalPathTimeline"/>
    <dgm:cxn modelId="{60A1A6B2-3347-0C41-AAA9-36A2946E086E}" type="presParOf" srcId="{96BB7016-F8A5-354D-9D4D-4C80C23D4060}" destId="{17F04B16-780F-8D44-A39E-772980C933E9}" srcOrd="1" destOrd="0" presId="urn:microsoft.com/office/officeart/2017/3/layout/HorizontalPathTimeline"/>
    <dgm:cxn modelId="{A7CD1BB5-A339-7446-8817-B6FDB4E9A2B2}" type="presParOf" srcId="{17F04B16-780F-8D44-A39E-772980C933E9}" destId="{38EB53B6-4301-F146-A994-ACA0E6AF99E8}" srcOrd="0" destOrd="0" presId="urn:microsoft.com/office/officeart/2017/3/layout/HorizontalPathTimeline"/>
    <dgm:cxn modelId="{937D5D54-C5D6-884A-8D10-ADA207D3C850}" type="presParOf" srcId="{38EB53B6-4301-F146-A994-ACA0E6AF99E8}" destId="{600E2F8E-0F32-454A-9FA6-B7D6AEDA4F2C}" srcOrd="0" destOrd="0" presId="urn:microsoft.com/office/officeart/2017/3/layout/HorizontalPathTimeline"/>
    <dgm:cxn modelId="{FA9B28B0-9066-1643-A953-8B29B0046523}" type="presParOf" srcId="{38EB53B6-4301-F146-A994-ACA0E6AF99E8}" destId="{D43BBCE2-6638-E549-ABBB-871497A05625}" srcOrd="1" destOrd="0" presId="urn:microsoft.com/office/officeart/2017/3/layout/HorizontalPathTimeline"/>
    <dgm:cxn modelId="{E8FFB8B8-0853-7342-9760-5EC1F91006B5}" type="presParOf" srcId="{D43BBCE2-6638-E549-ABBB-871497A05625}" destId="{17F1B0F0-C762-A54F-8E81-01BCD5C7390F}" srcOrd="0" destOrd="0" presId="urn:microsoft.com/office/officeart/2017/3/layout/HorizontalPathTimeline"/>
    <dgm:cxn modelId="{AA5277B0-28DE-4345-A5D4-52809AA1D4EC}" type="presParOf" srcId="{D43BBCE2-6638-E549-ABBB-871497A05625}" destId="{36606866-CBA2-BE48-B778-41807F08924F}" srcOrd="1" destOrd="0" presId="urn:microsoft.com/office/officeart/2017/3/layout/HorizontalPathTimeline"/>
    <dgm:cxn modelId="{9FC66FE8-9198-8F4A-8B1B-96A7349C5EF3}" type="presParOf" srcId="{38EB53B6-4301-F146-A994-ACA0E6AF99E8}" destId="{3E906D5C-948E-1F46-86AA-7ABD8EC07AD5}" srcOrd="2" destOrd="0" presId="urn:microsoft.com/office/officeart/2017/3/layout/HorizontalPathTimeline"/>
    <dgm:cxn modelId="{C75FDA6C-BE7E-FA43-BF44-26B6A62A51F6}" type="presParOf" srcId="{38EB53B6-4301-F146-A994-ACA0E6AF99E8}" destId="{30CAFA7D-E8F1-8440-B4D2-196509F63D57}" srcOrd="3" destOrd="0" presId="urn:microsoft.com/office/officeart/2017/3/layout/HorizontalPathTimeline"/>
    <dgm:cxn modelId="{95587E75-71BA-5043-BB2B-DD857642B80F}" type="presParOf" srcId="{38EB53B6-4301-F146-A994-ACA0E6AF99E8}" destId="{0E0DE970-D0BA-7A4C-A45B-E9DFFEDF6EA3}" srcOrd="4" destOrd="0" presId="urn:microsoft.com/office/officeart/2017/3/layout/HorizontalPathTimeline"/>
    <dgm:cxn modelId="{CCC759C8-9D1C-B44A-B58E-2B3A0C63EAD4}" type="presParOf" srcId="{17F04B16-780F-8D44-A39E-772980C933E9}" destId="{5A2BD48A-1B28-9B4B-AF14-87EA9181AC45}" srcOrd="1" destOrd="0" presId="urn:microsoft.com/office/officeart/2017/3/layout/HorizontalPathTimeline"/>
    <dgm:cxn modelId="{ABA0DEE1-C7FE-1042-B464-60E18CF4079F}" type="presParOf" srcId="{17F04B16-780F-8D44-A39E-772980C933E9}" destId="{4BE086F8-1C7F-454C-AE8D-18B1604C204F}" srcOrd="2" destOrd="0" presId="urn:microsoft.com/office/officeart/2017/3/layout/HorizontalPathTimeline"/>
    <dgm:cxn modelId="{4C3C6204-3DA6-0345-96FA-B97D9B82D88B}" type="presParOf" srcId="{4BE086F8-1C7F-454C-AE8D-18B1604C204F}" destId="{479D7DA8-82F2-074D-9171-A382821E56D4}" srcOrd="0" destOrd="0" presId="urn:microsoft.com/office/officeart/2017/3/layout/HorizontalPathTimeline"/>
    <dgm:cxn modelId="{1806BB86-2B79-1D48-9D33-5027F6DA3655}" type="presParOf" srcId="{4BE086F8-1C7F-454C-AE8D-18B1604C204F}" destId="{3735422C-67BF-BA42-B31D-2A513FEDC118}" srcOrd="1" destOrd="0" presId="urn:microsoft.com/office/officeart/2017/3/layout/HorizontalPathTimeline"/>
    <dgm:cxn modelId="{A07F7572-F962-6847-AF9C-D57945FA247B}" type="presParOf" srcId="{3735422C-67BF-BA42-B31D-2A513FEDC118}" destId="{110889BB-6CC9-3C47-92D5-D22BF0D466ED}" srcOrd="0" destOrd="0" presId="urn:microsoft.com/office/officeart/2017/3/layout/HorizontalPathTimeline"/>
    <dgm:cxn modelId="{2EB3F131-7A26-D44E-90B6-ED625E9DD5CE}" type="presParOf" srcId="{3735422C-67BF-BA42-B31D-2A513FEDC118}" destId="{0D20FDD3-3333-D649-84F4-EE34C20AF1C8}" srcOrd="1" destOrd="0" presId="urn:microsoft.com/office/officeart/2017/3/layout/HorizontalPathTimeline"/>
    <dgm:cxn modelId="{68EEBA2C-61D2-F14E-A3D3-3C9292CE640A}" type="presParOf" srcId="{4BE086F8-1C7F-454C-AE8D-18B1604C204F}" destId="{FE6B9F3F-1DD5-1442-AA51-9E8E612373AB}" srcOrd="2" destOrd="0" presId="urn:microsoft.com/office/officeart/2017/3/layout/HorizontalPathTimeline"/>
    <dgm:cxn modelId="{00D25357-B424-E440-A45F-18D33692CAE6}" type="presParOf" srcId="{4BE086F8-1C7F-454C-AE8D-18B1604C204F}" destId="{D12A9A31-A677-544E-9C39-6EA6DD12AF4F}" srcOrd="3" destOrd="0" presId="urn:microsoft.com/office/officeart/2017/3/layout/HorizontalPathTimeline"/>
    <dgm:cxn modelId="{012362A7-96B0-8D4D-9962-1E65A1D07A83}" type="presParOf" srcId="{4BE086F8-1C7F-454C-AE8D-18B1604C204F}" destId="{8B3DC9A1-2C67-6D4A-915E-3E58146FB8C3}" srcOrd="4" destOrd="0" presId="urn:microsoft.com/office/officeart/2017/3/layout/HorizontalPathTimeline"/>
    <dgm:cxn modelId="{3B9767F6-80B9-B74C-A3E0-61D57DAB9D8B}" type="presParOf" srcId="{17F04B16-780F-8D44-A39E-772980C933E9}" destId="{EEB5051B-97AC-9046-9705-003DF3FF5195}" srcOrd="3" destOrd="0" presId="urn:microsoft.com/office/officeart/2017/3/layout/HorizontalPathTimeline"/>
    <dgm:cxn modelId="{DF276816-D121-4347-887C-FD29B6145FD0}" type="presParOf" srcId="{17F04B16-780F-8D44-A39E-772980C933E9}" destId="{AD64FC98-DFBA-E148-AF69-E4CDF8085E96}" srcOrd="4" destOrd="0" presId="urn:microsoft.com/office/officeart/2017/3/layout/HorizontalPathTimeline"/>
    <dgm:cxn modelId="{B4CB5968-3334-484A-AD8D-69F3DAA76DFF}" type="presParOf" srcId="{AD64FC98-DFBA-E148-AF69-E4CDF8085E96}" destId="{3AA8B381-4AEF-3E43-AF4C-EB08901847A5}" srcOrd="0" destOrd="0" presId="urn:microsoft.com/office/officeart/2017/3/layout/HorizontalPathTimeline"/>
    <dgm:cxn modelId="{CC65FDC8-7CE3-5346-A555-3470F9985315}" type="presParOf" srcId="{AD64FC98-DFBA-E148-AF69-E4CDF8085E96}" destId="{45722A7A-63A8-0541-AC0D-896E9BB9CDAD}" srcOrd="1" destOrd="0" presId="urn:microsoft.com/office/officeart/2017/3/layout/HorizontalPathTimeline"/>
    <dgm:cxn modelId="{6CAB427E-0691-374E-BC15-51354E908CFA}" type="presParOf" srcId="{45722A7A-63A8-0541-AC0D-896E9BB9CDAD}" destId="{989AB666-D180-DF4B-9BCB-B15D39C5CC0C}" srcOrd="0" destOrd="0" presId="urn:microsoft.com/office/officeart/2017/3/layout/HorizontalPathTimeline"/>
    <dgm:cxn modelId="{03B14243-AB5E-9345-8914-D2144AD0949A}" type="presParOf" srcId="{45722A7A-63A8-0541-AC0D-896E9BB9CDAD}" destId="{40859ABC-3F2E-E547-9C89-2F89CAB325AC}" srcOrd="1" destOrd="0" presId="urn:microsoft.com/office/officeart/2017/3/layout/HorizontalPathTimeline"/>
    <dgm:cxn modelId="{69AB2734-5521-6B4E-9AB8-3B883FBA1404}" type="presParOf" srcId="{AD64FC98-DFBA-E148-AF69-E4CDF8085E96}" destId="{1CD18FAB-E4B5-3340-8C85-7896F59328D6}" srcOrd="2" destOrd="0" presId="urn:microsoft.com/office/officeart/2017/3/layout/HorizontalPathTimeline"/>
    <dgm:cxn modelId="{3D798A28-FA30-924E-8CF7-EA64C68A2B8E}" type="presParOf" srcId="{AD64FC98-DFBA-E148-AF69-E4CDF8085E96}" destId="{DEAAB110-2347-334C-AD4B-38DF183DBF8F}" srcOrd="3" destOrd="0" presId="urn:microsoft.com/office/officeart/2017/3/layout/HorizontalPathTimeline"/>
    <dgm:cxn modelId="{CDA194F8-1637-834F-8719-687286B2CC41}" type="presParOf" srcId="{AD64FC98-DFBA-E148-AF69-E4CDF8085E96}" destId="{E234B154-D88E-B845-A111-13BFC9C99BAD}" srcOrd="4" destOrd="0" presId="urn:microsoft.com/office/officeart/2017/3/layout/HorizontalPathTimeline"/>
    <dgm:cxn modelId="{81EB2B22-23BF-5644-8173-1B7A27DA35D5}" type="presParOf" srcId="{17F04B16-780F-8D44-A39E-772980C933E9}" destId="{68F4B399-85FE-FE42-B163-38025BEF320B}" srcOrd="5" destOrd="0" presId="urn:microsoft.com/office/officeart/2017/3/layout/HorizontalPathTimeline"/>
    <dgm:cxn modelId="{D1B4A3F3-B001-364A-86B7-58E35731CE45}" type="presParOf" srcId="{17F04B16-780F-8D44-A39E-772980C933E9}" destId="{8DDCD9B6-E0CF-E044-83A7-86C635BB0F2E}" srcOrd="6" destOrd="0" presId="urn:microsoft.com/office/officeart/2017/3/layout/HorizontalPathTimeline"/>
    <dgm:cxn modelId="{2BC25D60-53E3-8242-9CB5-B96006488D89}" type="presParOf" srcId="{8DDCD9B6-E0CF-E044-83A7-86C635BB0F2E}" destId="{BF3DAAB4-B907-C647-9823-02C18ED0CD53}" srcOrd="0" destOrd="0" presId="urn:microsoft.com/office/officeart/2017/3/layout/HorizontalPathTimeline"/>
    <dgm:cxn modelId="{8D50B246-CE7D-874D-B542-8F560C60CBB9}" type="presParOf" srcId="{8DDCD9B6-E0CF-E044-83A7-86C635BB0F2E}" destId="{A7D38DC9-F5B2-F04D-8CBD-097E78B1B240}" srcOrd="1" destOrd="0" presId="urn:microsoft.com/office/officeart/2017/3/layout/HorizontalPathTimeline"/>
    <dgm:cxn modelId="{31A025CF-2820-D44B-89C0-8954E9BF2E2A}" type="presParOf" srcId="{A7D38DC9-F5B2-F04D-8CBD-097E78B1B240}" destId="{D9607A91-68BA-D341-8497-A16C0DFF9F57}" srcOrd="0" destOrd="0" presId="urn:microsoft.com/office/officeart/2017/3/layout/HorizontalPathTimeline"/>
    <dgm:cxn modelId="{C1503646-3EF3-854C-9848-752387F90F44}" type="presParOf" srcId="{A7D38DC9-F5B2-F04D-8CBD-097E78B1B240}" destId="{3AA45E40-C1FE-7744-A51C-6B53564A30BB}" srcOrd="1" destOrd="0" presId="urn:microsoft.com/office/officeart/2017/3/layout/HorizontalPathTimeline"/>
    <dgm:cxn modelId="{B90F6E2B-87F6-1C40-80B5-6D81CA6A1E35}" type="presParOf" srcId="{8DDCD9B6-E0CF-E044-83A7-86C635BB0F2E}" destId="{EBBADA94-673E-FC48-9AAF-958AF29E6BE4}" srcOrd="2" destOrd="0" presId="urn:microsoft.com/office/officeart/2017/3/layout/HorizontalPathTimeline"/>
    <dgm:cxn modelId="{10040A8D-F458-B74A-8B83-EF32589D3F58}" type="presParOf" srcId="{8DDCD9B6-E0CF-E044-83A7-86C635BB0F2E}" destId="{F7AF0840-397F-3548-9F54-BE91979F3F92}" srcOrd="3" destOrd="0" presId="urn:microsoft.com/office/officeart/2017/3/layout/HorizontalPathTimeline"/>
    <dgm:cxn modelId="{F385BF24-E693-9F4D-8C5D-985030776CA6}" type="presParOf" srcId="{8DDCD9B6-E0CF-E044-83A7-86C635BB0F2E}" destId="{9AA51909-505C-2341-B281-CF7FB83DF72B}" srcOrd="4" destOrd="0" presId="urn:microsoft.com/office/officeart/2017/3/layout/HorizontalPathTimeline"/>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1F5E167-0E22-4FC8-A742-A760D888E8FD}">
      <dsp:nvSpPr>
        <dsp:cNvPr id="0" name=""/>
        <dsp:cNvSpPr/>
      </dsp:nvSpPr>
      <dsp:spPr>
        <a:xfrm>
          <a:off x="1212569" y="987197"/>
          <a:ext cx="1300252" cy="130025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D19E0B0-275F-41AD-855E-51EEBBC105DD}">
      <dsp:nvSpPr>
        <dsp:cNvPr id="0" name=""/>
        <dsp:cNvSpPr/>
      </dsp:nvSpPr>
      <dsp:spPr>
        <a:xfrm>
          <a:off x="417971" y="2644140"/>
          <a:ext cx="28894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33450">
            <a:lnSpc>
              <a:spcPct val="100000"/>
            </a:lnSpc>
            <a:spcBef>
              <a:spcPct val="0"/>
            </a:spcBef>
            <a:spcAft>
              <a:spcPct val="35000"/>
            </a:spcAft>
            <a:buNone/>
          </a:pPr>
          <a:r>
            <a:rPr lang="es-ES" sz="2100" kern="1200" dirty="0"/>
            <a:t>Sistemas actuales</a:t>
          </a:r>
          <a:r>
            <a:rPr lang="es-ES" sz="2100" b="1" kern="1200" dirty="0"/>
            <a:t> </a:t>
          </a:r>
          <a:r>
            <a:rPr lang="es-ES" sz="2100" kern="1200" dirty="0"/>
            <a:t>limitado por CPU</a:t>
          </a:r>
          <a:endParaRPr lang="en-US" sz="2100" kern="1200" dirty="0"/>
        </a:p>
      </dsp:txBody>
      <dsp:txXfrm>
        <a:off x="417971" y="2644140"/>
        <a:ext cx="2889450" cy="720000"/>
      </dsp:txXfrm>
    </dsp:sp>
    <dsp:sp modelId="{C3CA37D1-9FDB-41D1-9A01-EC58F69930DD}">
      <dsp:nvSpPr>
        <dsp:cNvPr id="0" name=""/>
        <dsp:cNvSpPr/>
      </dsp:nvSpPr>
      <dsp:spPr>
        <a:xfrm>
          <a:off x="4607673" y="987197"/>
          <a:ext cx="1300252" cy="130025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45A2025-28DF-46F7-A55D-D33B0B5E363E}">
      <dsp:nvSpPr>
        <dsp:cNvPr id="0" name=""/>
        <dsp:cNvSpPr/>
      </dsp:nvSpPr>
      <dsp:spPr>
        <a:xfrm>
          <a:off x="3813074" y="2644140"/>
          <a:ext cx="28894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33450">
            <a:lnSpc>
              <a:spcPct val="100000"/>
            </a:lnSpc>
            <a:spcBef>
              <a:spcPct val="0"/>
            </a:spcBef>
            <a:spcAft>
              <a:spcPct val="35000"/>
            </a:spcAft>
            <a:buNone/>
          </a:pPr>
          <a:r>
            <a:rPr lang="es-ES" sz="2100" kern="1200"/>
            <a:t>Necesidad de incorporar soluciones HPC</a:t>
          </a:r>
          <a:endParaRPr lang="en-US" sz="2100" kern="1200"/>
        </a:p>
      </dsp:txBody>
      <dsp:txXfrm>
        <a:off x="3813074" y="2644140"/>
        <a:ext cx="2889450" cy="720000"/>
      </dsp:txXfrm>
    </dsp:sp>
    <dsp:sp modelId="{C84B1CE5-BF8F-4E05-88F7-C9B6969B1CD5}">
      <dsp:nvSpPr>
        <dsp:cNvPr id="0" name=""/>
        <dsp:cNvSpPr/>
      </dsp:nvSpPr>
      <dsp:spPr>
        <a:xfrm>
          <a:off x="8002777" y="987197"/>
          <a:ext cx="1300252" cy="130025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8E3EE0E-6776-4B20-93CE-751FAEE2FA91}">
      <dsp:nvSpPr>
        <dsp:cNvPr id="0" name=""/>
        <dsp:cNvSpPr/>
      </dsp:nvSpPr>
      <dsp:spPr>
        <a:xfrm>
          <a:off x="7208178" y="2644140"/>
          <a:ext cx="28894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33450">
            <a:lnSpc>
              <a:spcPct val="100000"/>
            </a:lnSpc>
            <a:spcBef>
              <a:spcPct val="0"/>
            </a:spcBef>
            <a:spcAft>
              <a:spcPct val="35000"/>
            </a:spcAft>
            <a:buNone/>
          </a:pPr>
          <a:r>
            <a:rPr lang="es-ES" sz="2100" kern="1200"/>
            <a:t>GPUs como dispositivo HPC</a:t>
          </a:r>
          <a:endParaRPr lang="en-US" sz="2100" kern="1200"/>
        </a:p>
      </dsp:txBody>
      <dsp:txXfrm>
        <a:off x="7208178" y="2644140"/>
        <a:ext cx="2889450" cy="720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1F5E167-0E22-4FC8-A742-A760D888E8FD}">
      <dsp:nvSpPr>
        <dsp:cNvPr id="0" name=""/>
        <dsp:cNvSpPr/>
      </dsp:nvSpPr>
      <dsp:spPr>
        <a:xfrm>
          <a:off x="1212569" y="987197"/>
          <a:ext cx="1300252" cy="130025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D19E0B0-275F-41AD-855E-51EEBBC105DD}">
      <dsp:nvSpPr>
        <dsp:cNvPr id="0" name=""/>
        <dsp:cNvSpPr/>
      </dsp:nvSpPr>
      <dsp:spPr>
        <a:xfrm>
          <a:off x="417971" y="2644140"/>
          <a:ext cx="28894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33450">
            <a:lnSpc>
              <a:spcPct val="100000"/>
            </a:lnSpc>
            <a:spcBef>
              <a:spcPct val="0"/>
            </a:spcBef>
            <a:spcAft>
              <a:spcPct val="35000"/>
            </a:spcAft>
            <a:buNone/>
          </a:pPr>
          <a:r>
            <a:rPr lang="es-ES" sz="2100" kern="1200" dirty="0"/>
            <a:t>Sistema </a:t>
          </a:r>
          <a:r>
            <a:rPr lang="es-ES" sz="2100" b="1" kern="1200" dirty="0"/>
            <a:t>SVS </a:t>
          </a:r>
          <a:r>
            <a:rPr lang="es-ES" sz="2100" kern="1200" dirty="0"/>
            <a:t>limitado por CPU</a:t>
          </a:r>
          <a:endParaRPr lang="en-US" sz="2100" kern="1200" dirty="0"/>
        </a:p>
      </dsp:txBody>
      <dsp:txXfrm>
        <a:off x="417971" y="2644140"/>
        <a:ext cx="2889450" cy="720000"/>
      </dsp:txXfrm>
    </dsp:sp>
    <dsp:sp modelId="{C3CA37D1-9FDB-41D1-9A01-EC58F69930DD}">
      <dsp:nvSpPr>
        <dsp:cNvPr id="0" name=""/>
        <dsp:cNvSpPr/>
      </dsp:nvSpPr>
      <dsp:spPr>
        <a:xfrm>
          <a:off x="4607673" y="987197"/>
          <a:ext cx="1300252" cy="130025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45A2025-28DF-46F7-A55D-D33B0B5E363E}">
      <dsp:nvSpPr>
        <dsp:cNvPr id="0" name=""/>
        <dsp:cNvSpPr/>
      </dsp:nvSpPr>
      <dsp:spPr>
        <a:xfrm>
          <a:off x="3813074" y="2644140"/>
          <a:ext cx="28894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33450">
            <a:lnSpc>
              <a:spcPct val="100000"/>
            </a:lnSpc>
            <a:spcBef>
              <a:spcPct val="0"/>
            </a:spcBef>
            <a:spcAft>
              <a:spcPct val="35000"/>
            </a:spcAft>
            <a:buNone/>
          </a:pPr>
          <a:r>
            <a:rPr lang="es-ES" sz="2100" kern="1200"/>
            <a:t>Necesidad de incorporar soluciones HPC</a:t>
          </a:r>
          <a:endParaRPr lang="en-US" sz="2100" kern="1200"/>
        </a:p>
      </dsp:txBody>
      <dsp:txXfrm>
        <a:off x="3813074" y="2644140"/>
        <a:ext cx="2889450" cy="720000"/>
      </dsp:txXfrm>
    </dsp:sp>
    <dsp:sp modelId="{C84B1CE5-BF8F-4E05-88F7-C9B6969B1CD5}">
      <dsp:nvSpPr>
        <dsp:cNvPr id="0" name=""/>
        <dsp:cNvSpPr/>
      </dsp:nvSpPr>
      <dsp:spPr>
        <a:xfrm>
          <a:off x="8002777" y="987197"/>
          <a:ext cx="1300252" cy="130025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8E3EE0E-6776-4B20-93CE-751FAEE2FA91}">
      <dsp:nvSpPr>
        <dsp:cNvPr id="0" name=""/>
        <dsp:cNvSpPr/>
      </dsp:nvSpPr>
      <dsp:spPr>
        <a:xfrm>
          <a:off x="7208178" y="2644140"/>
          <a:ext cx="28894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33450">
            <a:lnSpc>
              <a:spcPct val="100000"/>
            </a:lnSpc>
            <a:spcBef>
              <a:spcPct val="0"/>
            </a:spcBef>
            <a:spcAft>
              <a:spcPct val="35000"/>
            </a:spcAft>
            <a:buNone/>
          </a:pPr>
          <a:r>
            <a:rPr lang="es-ES" sz="2100" kern="1200"/>
            <a:t>GPUs como dispositivo HPC</a:t>
          </a:r>
          <a:endParaRPr lang="en-US" sz="2100" kern="1200"/>
        </a:p>
      </dsp:txBody>
      <dsp:txXfrm>
        <a:off x="7208178" y="2644140"/>
        <a:ext cx="2889450" cy="72000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37249EC-CDAF-473C-A8E8-DABA1DA70AF7}">
      <dsp:nvSpPr>
        <dsp:cNvPr id="0" name=""/>
        <dsp:cNvSpPr/>
      </dsp:nvSpPr>
      <dsp:spPr>
        <a:xfrm>
          <a:off x="0" y="1805"/>
          <a:ext cx="10515600" cy="91531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7811FE1-5D35-412E-A99C-9695609BA11F}">
      <dsp:nvSpPr>
        <dsp:cNvPr id="0" name=""/>
        <dsp:cNvSpPr/>
      </dsp:nvSpPr>
      <dsp:spPr>
        <a:xfrm>
          <a:off x="276881" y="207750"/>
          <a:ext cx="503420" cy="50342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2E97AA4-5BA9-4789-9B3E-97BD4AAE319E}">
      <dsp:nvSpPr>
        <dsp:cNvPr id="0" name=""/>
        <dsp:cNvSpPr/>
      </dsp:nvSpPr>
      <dsp:spPr>
        <a:xfrm>
          <a:off x="1057183" y="1805"/>
          <a:ext cx="94584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977900">
            <a:lnSpc>
              <a:spcPct val="100000"/>
            </a:lnSpc>
            <a:spcBef>
              <a:spcPct val="0"/>
            </a:spcBef>
            <a:spcAft>
              <a:spcPct val="35000"/>
            </a:spcAft>
            <a:buNone/>
          </a:pPr>
          <a:r>
            <a:rPr lang="es-ES" sz="2200" kern="1200"/>
            <a:t>Conocer arquitectura de las GPUs</a:t>
          </a:r>
          <a:endParaRPr lang="en-US" sz="2200" kern="1200"/>
        </a:p>
      </dsp:txBody>
      <dsp:txXfrm>
        <a:off x="1057183" y="1805"/>
        <a:ext cx="9458416" cy="915310"/>
      </dsp:txXfrm>
    </dsp:sp>
    <dsp:sp modelId="{B8C3F3DB-79FE-4F65-83DB-819ABC155C2B}">
      <dsp:nvSpPr>
        <dsp:cNvPr id="0" name=""/>
        <dsp:cNvSpPr/>
      </dsp:nvSpPr>
      <dsp:spPr>
        <a:xfrm>
          <a:off x="0" y="1145944"/>
          <a:ext cx="10515600" cy="91531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5A9B68C-E545-4D1B-9FB6-D56BA1D671A8}">
      <dsp:nvSpPr>
        <dsp:cNvPr id="0" name=""/>
        <dsp:cNvSpPr/>
      </dsp:nvSpPr>
      <dsp:spPr>
        <a:xfrm>
          <a:off x="276881" y="1351889"/>
          <a:ext cx="503420" cy="50342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B3DE7C3-ED84-491A-A120-F60237B7EE4B}">
      <dsp:nvSpPr>
        <dsp:cNvPr id="0" name=""/>
        <dsp:cNvSpPr/>
      </dsp:nvSpPr>
      <dsp:spPr>
        <a:xfrm>
          <a:off x="1057183" y="1145944"/>
          <a:ext cx="94584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977900">
            <a:lnSpc>
              <a:spcPct val="100000"/>
            </a:lnSpc>
            <a:spcBef>
              <a:spcPct val="0"/>
            </a:spcBef>
            <a:spcAft>
              <a:spcPct val="35000"/>
            </a:spcAft>
            <a:buNone/>
          </a:pPr>
          <a:r>
            <a:rPr lang="es-ES" sz="2200" kern="1200"/>
            <a:t>Entender el modelo de programación</a:t>
          </a:r>
          <a:endParaRPr lang="en-US" sz="2200" kern="1200"/>
        </a:p>
      </dsp:txBody>
      <dsp:txXfrm>
        <a:off x="1057183" y="1145944"/>
        <a:ext cx="9458416" cy="915310"/>
      </dsp:txXfrm>
    </dsp:sp>
    <dsp:sp modelId="{B940CD50-83DC-41CB-9C88-CF5CF9AEAD72}">
      <dsp:nvSpPr>
        <dsp:cNvPr id="0" name=""/>
        <dsp:cNvSpPr/>
      </dsp:nvSpPr>
      <dsp:spPr>
        <a:xfrm>
          <a:off x="0" y="2290082"/>
          <a:ext cx="10515600" cy="91531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5911AD7-4531-43BC-AE55-A3D0011DF725}">
      <dsp:nvSpPr>
        <dsp:cNvPr id="0" name=""/>
        <dsp:cNvSpPr/>
      </dsp:nvSpPr>
      <dsp:spPr>
        <a:xfrm>
          <a:off x="276881" y="2496027"/>
          <a:ext cx="503420" cy="50342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4312828-01E9-4BE8-87AF-EF2935A0AEDB}">
      <dsp:nvSpPr>
        <dsp:cNvPr id="0" name=""/>
        <dsp:cNvSpPr/>
      </dsp:nvSpPr>
      <dsp:spPr>
        <a:xfrm>
          <a:off x="1057183" y="2290082"/>
          <a:ext cx="94584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977900">
            <a:lnSpc>
              <a:spcPct val="100000"/>
            </a:lnSpc>
            <a:spcBef>
              <a:spcPct val="0"/>
            </a:spcBef>
            <a:spcAft>
              <a:spcPct val="35000"/>
            </a:spcAft>
            <a:buNone/>
          </a:pPr>
          <a:r>
            <a:rPr lang="es-ES" sz="2200" kern="1200"/>
            <a:t>Desarrollar código para GPUs con CUDA</a:t>
          </a:r>
          <a:endParaRPr lang="en-US" sz="2200" kern="1200"/>
        </a:p>
      </dsp:txBody>
      <dsp:txXfrm>
        <a:off x="1057183" y="2290082"/>
        <a:ext cx="9458416" cy="915310"/>
      </dsp:txXfrm>
    </dsp:sp>
    <dsp:sp modelId="{17AA2E88-084A-4DAA-9301-1F529464E4A0}">
      <dsp:nvSpPr>
        <dsp:cNvPr id="0" name=""/>
        <dsp:cNvSpPr/>
      </dsp:nvSpPr>
      <dsp:spPr>
        <a:xfrm>
          <a:off x="0" y="3434221"/>
          <a:ext cx="10515600" cy="91531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C1105CA-D756-45A1-B15F-E1CAC0427F51}">
      <dsp:nvSpPr>
        <dsp:cNvPr id="0" name=""/>
        <dsp:cNvSpPr/>
      </dsp:nvSpPr>
      <dsp:spPr>
        <a:xfrm>
          <a:off x="276881" y="3640166"/>
          <a:ext cx="503420" cy="50342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E7A2793-04E5-4171-AF85-A0E5752091FA}">
      <dsp:nvSpPr>
        <dsp:cNvPr id="0" name=""/>
        <dsp:cNvSpPr/>
      </dsp:nvSpPr>
      <dsp:spPr>
        <a:xfrm>
          <a:off x="1057183" y="3434221"/>
          <a:ext cx="94584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977900">
            <a:lnSpc>
              <a:spcPct val="100000"/>
            </a:lnSpc>
            <a:spcBef>
              <a:spcPct val="0"/>
            </a:spcBef>
            <a:spcAft>
              <a:spcPct val="35000"/>
            </a:spcAft>
            <a:buNone/>
          </a:pPr>
          <a:r>
            <a:rPr lang="es-ES" sz="2200" kern="1200"/>
            <a:t>Aprender técnicas de optimización de código para GPUs</a:t>
          </a:r>
          <a:endParaRPr lang="en-US" sz="2200" kern="1200"/>
        </a:p>
      </dsp:txBody>
      <dsp:txXfrm>
        <a:off x="1057183" y="3434221"/>
        <a:ext cx="9458416" cy="91531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FC05DD3-6651-479E-827A-7A1686BA87B8}">
      <dsp:nvSpPr>
        <dsp:cNvPr id="0" name=""/>
        <dsp:cNvSpPr/>
      </dsp:nvSpPr>
      <dsp:spPr>
        <a:xfrm>
          <a:off x="0" y="3399"/>
          <a:ext cx="10515600" cy="72408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50BEAC1-7A00-4AD9-A01F-D0E9855F1B55}">
      <dsp:nvSpPr>
        <dsp:cNvPr id="0" name=""/>
        <dsp:cNvSpPr/>
      </dsp:nvSpPr>
      <dsp:spPr>
        <a:xfrm>
          <a:off x="219037" y="166319"/>
          <a:ext cx="398249" cy="39824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B88C456-63A8-4310-8D02-1F0A59E06019}">
      <dsp:nvSpPr>
        <dsp:cNvPr id="0" name=""/>
        <dsp:cNvSpPr/>
      </dsp:nvSpPr>
      <dsp:spPr>
        <a:xfrm>
          <a:off x="836323" y="3399"/>
          <a:ext cx="9679276" cy="7240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633" tIns="76633" rIns="76633" bIns="76633" numCol="1" spcCol="1270" anchor="ctr" anchorCtr="0">
          <a:noAutofit/>
        </a:bodyPr>
        <a:lstStyle/>
        <a:p>
          <a:pPr marL="0" lvl="0" indent="0" algn="l" defTabSz="844550">
            <a:lnSpc>
              <a:spcPct val="100000"/>
            </a:lnSpc>
            <a:spcBef>
              <a:spcPct val="0"/>
            </a:spcBef>
            <a:spcAft>
              <a:spcPct val="35000"/>
            </a:spcAft>
            <a:buNone/>
          </a:pPr>
          <a:r>
            <a:rPr lang="es-ES" sz="1900" kern="1200" dirty="0"/>
            <a:t>Tema 1. El modelo de programación CUDA</a:t>
          </a:r>
          <a:endParaRPr lang="en-US" sz="1900" kern="1200" dirty="0"/>
        </a:p>
      </dsp:txBody>
      <dsp:txXfrm>
        <a:off x="836323" y="3399"/>
        <a:ext cx="9679276" cy="724089"/>
      </dsp:txXfrm>
    </dsp:sp>
    <dsp:sp modelId="{5A96C37D-E382-4D61-B936-D7513092DA7B}">
      <dsp:nvSpPr>
        <dsp:cNvPr id="0" name=""/>
        <dsp:cNvSpPr/>
      </dsp:nvSpPr>
      <dsp:spPr>
        <a:xfrm>
          <a:off x="0" y="908511"/>
          <a:ext cx="10515600" cy="72408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D754DCF-B8C4-4412-9FA4-F58DB8F87A1D}">
      <dsp:nvSpPr>
        <dsp:cNvPr id="0" name=""/>
        <dsp:cNvSpPr/>
      </dsp:nvSpPr>
      <dsp:spPr>
        <a:xfrm>
          <a:off x="219037" y="1071431"/>
          <a:ext cx="398249" cy="39824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2F168D2-5C75-4935-BA82-8B25A37833D0}">
      <dsp:nvSpPr>
        <dsp:cNvPr id="0" name=""/>
        <dsp:cNvSpPr/>
      </dsp:nvSpPr>
      <dsp:spPr>
        <a:xfrm>
          <a:off x="836323" y="908511"/>
          <a:ext cx="9679276" cy="7240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633" tIns="76633" rIns="76633" bIns="76633" numCol="1" spcCol="1270" anchor="ctr" anchorCtr="0">
          <a:noAutofit/>
        </a:bodyPr>
        <a:lstStyle/>
        <a:p>
          <a:pPr marL="0" lvl="0" indent="0" algn="l" defTabSz="844550">
            <a:lnSpc>
              <a:spcPct val="100000"/>
            </a:lnSpc>
            <a:spcBef>
              <a:spcPct val="0"/>
            </a:spcBef>
            <a:spcAft>
              <a:spcPct val="35000"/>
            </a:spcAft>
            <a:buNone/>
          </a:pPr>
          <a:r>
            <a:rPr lang="es-ES" sz="1900" kern="1200"/>
            <a:t>Tema 2. El modelo hardware de las GPUs</a:t>
          </a:r>
          <a:endParaRPr lang="en-US" sz="1900" kern="1200"/>
        </a:p>
      </dsp:txBody>
      <dsp:txXfrm>
        <a:off x="836323" y="908511"/>
        <a:ext cx="9679276" cy="724089"/>
      </dsp:txXfrm>
    </dsp:sp>
    <dsp:sp modelId="{569D30D7-F233-46BC-B709-D5A37DAA57D9}">
      <dsp:nvSpPr>
        <dsp:cNvPr id="0" name=""/>
        <dsp:cNvSpPr/>
      </dsp:nvSpPr>
      <dsp:spPr>
        <a:xfrm>
          <a:off x="0" y="1813624"/>
          <a:ext cx="10515600" cy="72408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2C013C1-44D0-4C04-9B1A-D4EFBA09D268}">
      <dsp:nvSpPr>
        <dsp:cNvPr id="0" name=""/>
        <dsp:cNvSpPr/>
      </dsp:nvSpPr>
      <dsp:spPr>
        <a:xfrm>
          <a:off x="219037" y="1976544"/>
          <a:ext cx="398249" cy="39824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A2A27F3-020F-4153-8466-FB23B1D35D84}">
      <dsp:nvSpPr>
        <dsp:cNvPr id="0" name=""/>
        <dsp:cNvSpPr/>
      </dsp:nvSpPr>
      <dsp:spPr>
        <a:xfrm>
          <a:off x="836323" y="1813624"/>
          <a:ext cx="9679276" cy="7240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633" tIns="76633" rIns="76633" bIns="76633" numCol="1" spcCol="1270" anchor="ctr" anchorCtr="0">
          <a:noAutofit/>
        </a:bodyPr>
        <a:lstStyle/>
        <a:p>
          <a:pPr marL="0" lvl="0" indent="0" algn="l" defTabSz="844550">
            <a:lnSpc>
              <a:spcPct val="100000"/>
            </a:lnSpc>
            <a:spcBef>
              <a:spcPct val="0"/>
            </a:spcBef>
            <a:spcAft>
              <a:spcPct val="35000"/>
            </a:spcAft>
            <a:buNone/>
          </a:pPr>
          <a:r>
            <a:rPr lang="es-ES" sz="1900" kern="1200"/>
            <a:t>Tema 3. Optimización de aplicaciones</a:t>
          </a:r>
          <a:endParaRPr lang="en-US" sz="1900" kern="1200"/>
        </a:p>
      </dsp:txBody>
      <dsp:txXfrm>
        <a:off x="836323" y="1813624"/>
        <a:ext cx="9679276" cy="724089"/>
      </dsp:txXfrm>
    </dsp:sp>
    <dsp:sp modelId="{D609AC85-8376-40D6-B4FA-73D880880000}">
      <dsp:nvSpPr>
        <dsp:cNvPr id="0" name=""/>
        <dsp:cNvSpPr/>
      </dsp:nvSpPr>
      <dsp:spPr>
        <a:xfrm>
          <a:off x="0" y="2718736"/>
          <a:ext cx="10515600" cy="72408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3DDA2A4-0D1F-4C79-835A-2ADBB745BD20}">
      <dsp:nvSpPr>
        <dsp:cNvPr id="0" name=""/>
        <dsp:cNvSpPr/>
      </dsp:nvSpPr>
      <dsp:spPr>
        <a:xfrm>
          <a:off x="219037" y="2881656"/>
          <a:ext cx="398249" cy="398249"/>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CF0198E-7700-40DD-BC82-DB9AA04085DB}">
      <dsp:nvSpPr>
        <dsp:cNvPr id="0" name=""/>
        <dsp:cNvSpPr/>
      </dsp:nvSpPr>
      <dsp:spPr>
        <a:xfrm>
          <a:off x="836323" y="2718736"/>
          <a:ext cx="9679276" cy="7240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633" tIns="76633" rIns="76633" bIns="76633" numCol="1" spcCol="1270" anchor="ctr" anchorCtr="0">
          <a:noAutofit/>
        </a:bodyPr>
        <a:lstStyle/>
        <a:p>
          <a:pPr marL="0" lvl="0" indent="0" algn="l" defTabSz="844550">
            <a:lnSpc>
              <a:spcPct val="100000"/>
            </a:lnSpc>
            <a:spcBef>
              <a:spcPct val="0"/>
            </a:spcBef>
            <a:spcAft>
              <a:spcPct val="35000"/>
            </a:spcAft>
            <a:buNone/>
          </a:pPr>
          <a:r>
            <a:rPr lang="es-ES" sz="1900" kern="1200" dirty="0"/>
            <a:t>Tema 4. Interfaz de programación</a:t>
          </a:r>
          <a:endParaRPr lang="en-US" sz="1900" kern="1200" dirty="0"/>
        </a:p>
      </dsp:txBody>
      <dsp:txXfrm>
        <a:off x="836323" y="2718736"/>
        <a:ext cx="9679276" cy="724089"/>
      </dsp:txXfrm>
    </dsp:sp>
    <dsp:sp modelId="{206DED00-D0D9-ED41-9CD6-BF0FA1A576D0}">
      <dsp:nvSpPr>
        <dsp:cNvPr id="0" name=""/>
        <dsp:cNvSpPr/>
      </dsp:nvSpPr>
      <dsp:spPr>
        <a:xfrm>
          <a:off x="0" y="3623848"/>
          <a:ext cx="10515600" cy="724089"/>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EBA39D0-FF6A-F848-AB98-B13C25AEECCD}">
      <dsp:nvSpPr>
        <dsp:cNvPr id="0" name=""/>
        <dsp:cNvSpPr/>
      </dsp:nvSpPr>
      <dsp:spPr>
        <a:xfrm>
          <a:off x="219037" y="3786768"/>
          <a:ext cx="398249" cy="398249"/>
        </a:xfrm>
        <a:prstGeom prst="rect">
          <a:avLst/>
        </a:prstGeom>
        <a:blipFill>
          <a:blip xmlns:r="http://schemas.openxmlformats.org/officeDocument/2006/relationships" r:embed="rId9">
            <a:extLst>
              <a:ext uri="{96DAC541-7B7A-43D3-8B79-37D633B846F1}">
                <asvg:svgBlip xmlns:asvg="http://schemas.microsoft.com/office/drawing/2016/SVG/main" r:embed="rId10"/>
              </a:ext>
            </a:extLst>
          </a:blip>
          <a:srcRect/>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6E8D303-17FB-3B4D-9B04-1847BC5DD4AB}">
      <dsp:nvSpPr>
        <dsp:cNvPr id="0" name=""/>
        <dsp:cNvSpPr/>
      </dsp:nvSpPr>
      <dsp:spPr>
        <a:xfrm>
          <a:off x="836323" y="3623848"/>
          <a:ext cx="9679276" cy="7240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633" tIns="76633" rIns="76633" bIns="76633" numCol="1" spcCol="1270" anchor="ctr" anchorCtr="0">
          <a:noAutofit/>
        </a:bodyPr>
        <a:lstStyle/>
        <a:p>
          <a:pPr marL="0" lvl="0" indent="0" algn="l" defTabSz="844550">
            <a:lnSpc>
              <a:spcPct val="100000"/>
            </a:lnSpc>
            <a:spcBef>
              <a:spcPct val="0"/>
            </a:spcBef>
            <a:spcAft>
              <a:spcPct val="35000"/>
            </a:spcAft>
            <a:buNone/>
          </a:pPr>
          <a:r>
            <a:rPr lang="es-ES" sz="1900" kern="1200" dirty="0"/>
            <a:t>Ejercicios</a:t>
          </a:r>
        </a:p>
      </dsp:txBody>
      <dsp:txXfrm>
        <a:off x="836323" y="3623848"/>
        <a:ext cx="9679276" cy="724089"/>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D2C8B80-11B5-874D-A984-78DE64E8614D}">
      <dsp:nvSpPr>
        <dsp:cNvPr id="0" name=""/>
        <dsp:cNvSpPr/>
      </dsp:nvSpPr>
      <dsp:spPr>
        <a:xfrm>
          <a:off x="0" y="468369"/>
          <a:ext cx="10515600" cy="1631700"/>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16127" tIns="583184" rIns="816127" bIns="199136" numCol="1" spcCol="1270" anchor="t" anchorCtr="0">
          <a:noAutofit/>
        </a:bodyPr>
        <a:lstStyle/>
        <a:p>
          <a:pPr marL="285750" lvl="1" indent="-285750" algn="l" defTabSz="1244600">
            <a:lnSpc>
              <a:spcPct val="90000"/>
            </a:lnSpc>
            <a:spcBef>
              <a:spcPct val="0"/>
            </a:spcBef>
            <a:spcAft>
              <a:spcPct val="15000"/>
            </a:spcAft>
            <a:buChar char="•"/>
          </a:pPr>
          <a:r>
            <a:rPr lang="es-ES" sz="2800" kern="1200" dirty="0"/>
            <a:t>Profesor Ayudante Doctor UPV</a:t>
          </a:r>
          <a:endParaRPr lang="en-US" sz="2800" kern="1200" dirty="0"/>
        </a:p>
        <a:p>
          <a:pPr marL="285750" lvl="1" indent="-285750" algn="l" defTabSz="1244600">
            <a:lnSpc>
              <a:spcPct val="90000"/>
            </a:lnSpc>
            <a:spcBef>
              <a:spcPct val="0"/>
            </a:spcBef>
            <a:spcAft>
              <a:spcPct val="15000"/>
            </a:spcAft>
            <a:buChar char="•"/>
          </a:pPr>
          <a:r>
            <a:rPr lang="en-US" sz="2800" kern="1200" dirty="0"/>
            <a:t>+60 </a:t>
          </a:r>
          <a:r>
            <a:rPr lang="en-US" sz="2800" kern="1200" dirty="0" err="1"/>
            <a:t>artículos</a:t>
          </a:r>
          <a:r>
            <a:rPr lang="en-US" sz="2800" kern="1200" dirty="0"/>
            <a:t> </a:t>
          </a:r>
          <a:r>
            <a:rPr lang="en-US" sz="2800" kern="1200" dirty="0" err="1"/>
            <a:t>científicos</a:t>
          </a:r>
          <a:r>
            <a:rPr lang="en-US" sz="2800" kern="1200" dirty="0"/>
            <a:t> HPC</a:t>
          </a:r>
        </a:p>
      </dsp:txBody>
      <dsp:txXfrm>
        <a:off x="0" y="468369"/>
        <a:ext cx="10515600" cy="1631700"/>
      </dsp:txXfrm>
    </dsp:sp>
    <dsp:sp modelId="{CDD83919-55E6-A64B-AE5A-750FA47D7B00}">
      <dsp:nvSpPr>
        <dsp:cNvPr id="0" name=""/>
        <dsp:cNvSpPr/>
      </dsp:nvSpPr>
      <dsp:spPr>
        <a:xfrm>
          <a:off x="525780" y="55089"/>
          <a:ext cx="7360920" cy="826559"/>
        </a:xfrm>
        <a:prstGeom prst="roundRect">
          <a:avLst/>
        </a:prstGeom>
        <a:solidFill>
          <a:srgbClr val="CCD3D8"/>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1244600">
            <a:lnSpc>
              <a:spcPct val="90000"/>
            </a:lnSpc>
            <a:spcBef>
              <a:spcPct val="0"/>
            </a:spcBef>
            <a:spcAft>
              <a:spcPct val="35000"/>
            </a:spcAft>
            <a:buNone/>
          </a:pPr>
          <a:r>
            <a:rPr lang="es-ES" sz="2800" kern="1200" dirty="0">
              <a:solidFill>
                <a:schemeClr val="tx1"/>
              </a:solidFill>
            </a:rPr>
            <a:t>Adrián Castelló</a:t>
          </a:r>
          <a:endParaRPr lang="en-US" sz="2800" kern="1200" dirty="0">
            <a:solidFill>
              <a:schemeClr val="tx1"/>
            </a:solidFill>
          </a:endParaRPr>
        </a:p>
      </dsp:txBody>
      <dsp:txXfrm>
        <a:off x="566129" y="95438"/>
        <a:ext cx="7280222" cy="745861"/>
      </dsp:txXfrm>
    </dsp:sp>
    <dsp:sp modelId="{9B946708-4C1A-7B4A-BF30-69CAE166471D}">
      <dsp:nvSpPr>
        <dsp:cNvPr id="0" name=""/>
        <dsp:cNvSpPr/>
      </dsp:nvSpPr>
      <dsp:spPr>
        <a:xfrm>
          <a:off x="0" y="2664549"/>
          <a:ext cx="10515600" cy="1631700"/>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16127" tIns="583184" rIns="816127" bIns="199136" numCol="1" spcCol="1270" anchor="t" anchorCtr="0">
          <a:noAutofit/>
        </a:bodyPr>
        <a:lstStyle/>
        <a:p>
          <a:pPr marL="285750" lvl="1" indent="-285750" algn="l" defTabSz="1244600">
            <a:lnSpc>
              <a:spcPct val="90000"/>
            </a:lnSpc>
            <a:spcBef>
              <a:spcPct val="0"/>
            </a:spcBef>
            <a:spcAft>
              <a:spcPct val="15000"/>
            </a:spcAft>
            <a:buChar char="•"/>
          </a:pPr>
          <a:r>
            <a:rPr lang="es-ES" sz="2800" kern="1200" dirty="0"/>
            <a:t>Catedrático de Universidad UPV</a:t>
          </a:r>
          <a:endParaRPr lang="en-US" sz="2800" kern="1200" dirty="0"/>
        </a:p>
        <a:p>
          <a:pPr marL="285750" lvl="1" indent="-285750" algn="l" defTabSz="1244600">
            <a:lnSpc>
              <a:spcPct val="90000"/>
            </a:lnSpc>
            <a:spcBef>
              <a:spcPct val="0"/>
            </a:spcBef>
            <a:spcAft>
              <a:spcPct val="15000"/>
            </a:spcAft>
            <a:buChar char="•"/>
          </a:pPr>
          <a:r>
            <a:rPr lang="en-US" sz="2800" kern="1200" dirty="0"/>
            <a:t>+170 </a:t>
          </a:r>
          <a:r>
            <a:rPr lang="en-US" sz="2800" kern="1200" dirty="0" err="1"/>
            <a:t>artículos</a:t>
          </a:r>
          <a:r>
            <a:rPr lang="en-US" sz="2800" kern="1200" dirty="0"/>
            <a:t> </a:t>
          </a:r>
          <a:r>
            <a:rPr lang="en-US" sz="2800" kern="1200" dirty="0" err="1"/>
            <a:t>científicos</a:t>
          </a:r>
          <a:r>
            <a:rPr lang="en-US" sz="2800" kern="1200" dirty="0"/>
            <a:t> HPC</a:t>
          </a:r>
        </a:p>
      </dsp:txBody>
      <dsp:txXfrm>
        <a:off x="0" y="2664549"/>
        <a:ext cx="10515600" cy="1631700"/>
      </dsp:txXfrm>
    </dsp:sp>
    <dsp:sp modelId="{71C28584-B406-4A44-B0A3-73BE9E81F874}">
      <dsp:nvSpPr>
        <dsp:cNvPr id="0" name=""/>
        <dsp:cNvSpPr/>
      </dsp:nvSpPr>
      <dsp:spPr>
        <a:xfrm>
          <a:off x="525780" y="2251269"/>
          <a:ext cx="7360920" cy="826559"/>
        </a:xfrm>
        <a:prstGeom prst="roundRect">
          <a:avLst/>
        </a:prstGeom>
        <a:solidFill>
          <a:srgbClr val="CCD3D8"/>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1244600">
            <a:lnSpc>
              <a:spcPct val="90000"/>
            </a:lnSpc>
            <a:spcBef>
              <a:spcPct val="0"/>
            </a:spcBef>
            <a:spcAft>
              <a:spcPct val="35000"/>
            </a:spcAft>
            <a:buNone/>
          </a:pPr>
          <a:r>
            <a:rPr lang="es-ES" sz="2800" kern="1200" dirty="0">
              <a:solidFill>
                <a:schemeClr val="tx1"/>
              </a:solidFill>
            </a:rPr>
            <a:t>Pedro Alonso Jordá</a:t>
          </a:r>
          <a:endParaRPr lang="en-US" sz="2800" kern="1200" dirty="0">
            <a:solidFill>
              <a:schemeClr val="tx1"/>
            </a:solidFill>
          </a:endParaRPr>
        </a:p>
      </dsp:txBody>
      <dsp:txXfrm>
        <a:off x="566129" y="2291618"/>
        <a:ext cx="7280222" cy="745861"/>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00E2F8E-0F32-454A-9FA6-B7D6AEDA4F2C}">
      <dsp:nvSpPr>
        <dsp:cNvPr id="0" name=""/>
        <dsp:cNvSpPr/>
      </dsp:nvSpPr>
      <dsp:spPr>
        <a:xfrm>
          <a:off x="421804" y="2336668"/>
          <a:ext cx="3364170" cy="4917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889000">
            <a:lnSpc>
              <a:spcPct val="90000"/>
            </a:lnSpc>
            <a:spcBef>
              <a:spcPct val="0"/>
            </a:spcBef>
            <a:spcAft>
              <a:spcPct val="35000"/>
            </a:spcAft>
            <a:buNone/>
            <a:defRPr b="1"/>
          </a:pPr>
          <a:r>
            <a:rPr lang="en-US" sz="2000" kern="1200"/>
            <a:t>1 Dic.</a:t>
          </a:r>
        </a:p>
      </dsp:txBody>
      <dsp:txXfrm>
        <a:off x="421804" y="2336668"/>
        <a:ext cx="3364170" cy="491701"/>
      </dsp:txXfrm>
    </dsp:sp>
    <dsp:sp modelId="{452DF4C0-F8F7-8748-9A86-AD620F147967}">
      <dsp:nvSpPr>
        <dsp:cNvPr id="0" name=""/>
        <dsp:cNvSpPr/>
      </dsp:nvSpPr>
      <dsp:spPr>
        <a:xfrm>
          <a:off x="0" y="2088642"/>
          <a:ext cx="10515600" cy="174053"/>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7F1B0F0-C762-A54F-8E81-01BCD5C7390F}">
      <dsp:nvSpPr>
        <dsp:cNvPr id="0" name=""/>
        <dsp:cNvSpPr/>
      </dsp:nvSpPr>
      <dsp:spPr>
        <a:xfrm>
          <a:off x="467897" y="741903"/>
          <a:ext cx="3271985" cy="607011"/>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2875" tIns="142875" rIns="142875" bIns="142875" numCol="1" spcCol="1270" anchor="ctr" anchorCtr="0">
          <a:noAutofit/>
        </a:bodyPr>
        <a:lstStyle/>
        <a:p>
          <a:pPr marL="0" lvl="0" indent="0" algn="l" defTabSz="666750">
            <a:lnSpc>
              <a:spcPct val="90000"/>
            </a:lnSpc>
            <a:spcBef>
              <a:spcPct val="0"/>
            </a:spcBef>
            <a:spcAft>
              <a:spcPct val="35000"/>
            </a:spcAft>
            <a:buNone/>
          </a:pPr>
          <a:r>
            <a:rPr lang="en-US" sz="1500" kern="1200" dirty="0" err="1"/>
            <a:t>Introducción</a:t>
          </a:r>
          <a:r>
            <a:rPr lang="en-US" sz="1500" kern="1200" dirty="0"/>
            <a:t>  y T1  Adrián Castelló</a:t>
          </a:r>
        </a:p>
      </dsp:txBody>
      <dsp:txXfrm>
        <a:off x="467897" y="741903"/>
        <a:ext cx="3271985" cy="607011"/>
      </dsp:txXfrm>
    </dsp:sp>
    <dsp:sp modelId="{3E906D5C-948E-1F46-86AA-7ABD8EC07AD5}">
      <dsp:nvSpPr>
        <dsp:cNvPr id="0" name=""/>
        <dsp:cNvSpPr/>
      </dsp:nvSpPr>
      <dsp:spPr>
        <a:xfrm>
          <a:off x="2103890" y="1348914"/>
          <a:ext cx="0" cy="739727"/>
        </a:xfrm>
        <a:prstGeom prst="line">
          <a:avLst/>
        </a:prstGeom>
        <a:solidFill>
          <a:schemeClr val="accent1">
            <a:hueOff val="0"/>
            <a:satOff val="0"/>
            <a:lumOff val="0"/>
            <a:alphaOff val="0"/>
          </a:schemeClr>
        </a:solidFill>
        <a:ln w="6350" cap="flat" cmpd="sng" algn="ctr">
          <a:solidFill>
            <a:schemeClr val="accent1">
              <a:hueOff val="0"/>
              <a:satOff val="0"/>
              <a:lumOff val="0"/>
              <a:alphaOff val="0"/>
            </a:schemeClr>
          </a:solidFill>
          <a:prstDash val="dash"/>
          <a:miter lim="800000"/>
        </a:ln>
        <a:effectLst/>
      </dsp:spPr>
      <dsp:style>
        <a:lnRef idx="2">
          <a:scrgbClr r="0" g="0" b="0"/>
        </a:lnRef>
        <a:fillRef idx="1">
          <a:scrgbClr r="0" g="0" b="0"/>
        </a:fillRef>
        <a:effectRef idx="0">
          <a:scrgbClr r="0" g="0" b="0"/>
        </a:effectRef>
        <a:fontRef idx="minor">
          <a:schemeClr val="lt1"/>
        </a:fontRef>
      </dsp:style>
    </dsp:sp>
    <dsp:sp modelId="{479D7DA8-82F2-074D-9171-A382821E56D4}">
      <dsp:nvSpPr>
        <dsp:cNvPr id="0" name=""/>
        <dsp:cNvSpPr/>
      </dsp:nvSpPr>
      <dsp:spPr>
        <a:xfrm>
          <a:off x="2524411" y="1522968"/>
          <a:ext cx="3364170" cy="4917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889000">
            <a:lnSpc>
              <a:spcPct val="90000"/>
            </a:lnSpc>
            <a:spcBef>
              <a:spcPct val="0"/>
            </a:spcBef>
            <a:spcAft>
              <a:spcPct val="35000"/>
            </a:spcAft>
            <a:buNone/>
            <a:defRPr b="1"/>
          </a:pPr>
          <a:r>
            <a:rPr lang="en-US" sz="2000" kern="1200"/>
            <a:t>9 Dic.</a:t>
          </a:r>
        </a:p>
      </dsp:txBody>
      <dsp:txXfrm>
        <a:off x="2524411" y="1522968"/>
        <a:ext cx="3364170" cy="491701"/>
      </dsp:txXfrm>
    </dsp:sp>
    <dsp:sp modelId="{110889BB-6CC9-3C47-92D5-D22BF0D466ED}">
      <dsp:nvSpPr>
        <dsp:cNvPr id="0" name=""/>
        <dsp:cNvSpPr/>
      </dsp:nvSpPr>
      <dsp:spPr>
        <a:xfrm>
          <a:off x="3150423" y="3002423"/>
          <a:ext cx="2112147" cy="607011"/>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2875" tIns="142875" rIns="142875" bIns="142875" numCol="1" spcCol="1270" anchor="ctr" anchorCtr="0">
          <a:noAutofit/>
        </a:bodyPr>
        <a:lstStyle/>
        <a:p>
          <a:pPr marL="0" lvl="0" indent="0" algn="l" defTabSz="666750">
            <a:lnSpc>
              <a:spcPct val="90000"/>
            </a:lnSpc>
            <a:spcBef>
              <a:spcPct val="0"/>
            </a:spcBef>
            <a:spcAft>
              <a:spcPct val="35000"/>
            </a:spcAft>
            <a:buNone/>
          </a:pPr>
          <a:r>
            <a:rPr lang="en-US" sz="1500" kern="1200" dirty="0"/>
            <a:t>T2. Adrián Castelló</a:t>
          </a:r>
        </a:p>
      </dsp:txBody>
      <dsp:txXfrm>
        <a:off x="3150423" y="3002423"/>
        <a:ext cx="2112147" cy="607011"/>
      </dsp:txXfrm>
    </dsp:sp>
    <dsp:sp modelId="{FE6B9F3F-1DD5-1442-AA51-9E8E612373AB}">
      <dsp:nvSpPr>
        <dsp:cNvPr id="0" name=""/>
        <dsp:cNvSpPr/>
      </dsp:nvSpPr>
      <dsp:spPr>
        <a:xfrm>
          <a:off x="4206496" y="2262695"/>
          <a:ext cx="0" cy="739727"/>
        </a:xfrm>
        <a:prstGeom prst="line">
          <a:avLst/>
        </a:prstGeom>
        <a:solidFill>
          <a:schemeClr val="accent1">
            <a:hueOff val="0"/>
            <a:satOff val="0"/>
            <a:lumOff val="0"/>
            <a:alphaOff val="0"/>
          </a:schemeClr>
        </a:solidFill>
        <a:ln w="6350" cap="flat" cmpd="sng" algn="ctr">
          <a:solidFill>
            <a:schemeClr val="accent1">
              <a:hueOff val="0"/>
              <a:satOff val="0"/>
              <a:lumOff val="0"/>
              <a:alphaOff val="0"/>
            </a:schemeClr>
          </a:solidFill>
          <a:prstDash val="dash"/>
          <a:miter lim="800000"/>
        </a:ln>
        <a:effectLst/>
      </dsp:spPr>
      <dsp:style>
        <a:lnRef idx="2">
          <a:scrgbClr r="0" g="0" b="0"/>
        </a:lnRef>
        <a:fillRef idx="1">
          <a:scrgbClr r="0" g="0" b="0"/>
        </a:fillRef>
        <a:effectRef idx="0">
          <a:scrgbClr r="0" g="0" b="0"/>
        </a:effectRef>
        <a:fontRef idx="minor">
          <a:schemeClr val="lt1"/>
        </a:fontRef>
      </dsp:style>
    </dsp:sp>
    <dsp:sp modelId="{30CAFA7D-E8F1-8440-B4D2-196509F63D57}">
      <dsp:nvSpPr>
        <dsp:cNvPr id="0" name=""/>
        <dsp:cNvSpPr/>
      </dsp:nvSpPr>
      <dsp:spPr>
        <a:xfrm>
          <a:off x="2049498" y="2121277"/>
          <a:ext cx="108783" cy="108783"/>
        </a:xfrm>
        <a:prstGeom prst="ellipse">
          <a:avLst/>
        </a:prstGeom>
        <a:solidFill>
          <a:schemeClr val="lt1">
            <a:alpha val="90000"/>
            <a:hueOff val="0"/>
            <a:satOff val="0"/>
            <a:lumOff val="0"/>
            <a:alphaOff val="0"/>
          </a:schemeClr>
        </a:solidFill>
        <a:ln w="19050" cap="flat" cmpd="sng" algn="ctr">
          <a:noFill/>
          <a:prstDash val="solid"/>
          <a:miter lim="800000"/>
        </a:ln>
        <a:effectLst/>
      </dsp:spPr>
      <dsp:style>
        <a:lnRef idx="2">
          <a:scrgbClr r="0" g="0" b="0"/>
        </a:lnRef>
        <a:fillRef idx="1">
          <a:scrgbClr r="0" g="0" b="0"/>
        </a:fillRef>
        <a:effectRef idx="0">
          <a:scrgbClr r="0" g="0" b="0"/>
        </a:effectRef>
        <a:fontRef idx="minor"/>
      </dsp:style>
    </dsp:sp>
    <dsp:sp modelId="{D12A9A31-A677-544E-9C39-6EA6DD12AF4F}">
      <dsp:nvSpPr>
        <dsp:cNvPr id="0" name=""/>
        <dsp:cNvSpPr/>
      </dsp:nvSpPr>
      <dsp:spPr>
        <a:xfrm>
          <a:off x="4152105" y="2121277"/>
          <a:ext cx="108783" cy="108783"/>
        </a:xfrm>
        <a:prstGeom prst="ellipse">
          <a:avLst/>
        </a:prstGeom>
        <a:solidFill>
          <a:schemeClr val="lt1">
            <a:alpha val="90000"/>
            <a:hueOff val="0"/>
            <a:satOff val="0"/>
            <a:lumOff val="0"/>
            <a:alphaOff val="0"/>
          </a:schemeClr>
        </a:solidFill>
        <a:ln w="19050" cap="flat" cmpd="sng" algn="ctr">
          <a:noFill/>
          <a:prstDash val="solid"/>
          <a:miter lim="800000"/>
        </a:ln>
        <a:effectLst/>
      </dsp:spPr>
      <dsp:style>
        <a:lnRef idx="2">
          <a:scrgbClr r="0" g="0" b="0"/>
        </a:lnRef>
        <a:fillRef idx="1">
          <a:scrgbClr r="0" g="0" b="0"/>
        </a:fillRef>
        <a:effectRef idx="0">
          <a:scrgbClr r="0" g="0" b="0"/>
        </a:effectRef>
        <a:fontRef idx="minor"/>
      </dsp:style>
    </dsp:sp>
    <dsp:sp modelId="{3AA8B381-4AEF-3E43-AF4C-EB08901847A5}">
      <dsp:nvSpPr>
        <dsp:cNvPr id="0" name=""/>
        <dsp:cNvSpPr/>
      </dsp:nvSpPr>
      <dsp:spPr>
        <a:xfrm>
          <a:off x="4627018" y="2336668"/>
          <a:ext cx="3364170" cy="4917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1">
          <a:noAutofit/>
        </a:bodyPr>
        <a:lstStyle/>
        <a:p>
          <a:pPr marL="0" lvl="0" indent="0" algn="ctr" defTabSz="889000">
            <a:lnSpc>
              <a:spcPct val="90000"/>
            </a:lnSpc>
            <a:spcBef>
              <a:spcPct val="0"/>
            </a:spcBef>
            <a:spcAft>
              <a:spcPct val="35000"/>
            </a:spcAft>
            <a:buNone/>
            <a:defRPr b="1"/>
          </a:pPr>
          <a:r>
            <a:rPr lang="en-US" sz="2000" kern="1200"/>
            <a:t>12 Dic.</a:t>
          </a:r>
        </a:p>
      </dsp:txBody>
      <dsp:txXfrm>
        <a:off x="4627018" y="2336668"/>
        <a:ext cx="3364170" cy="491701"/>
      </dsp:txXfrm>
    </dsp:sp>
    <dsp:sp modelId="{989AB666-D180-DF4B-9BCB-B15D39C5CC0C}">
      <dsp:nvSpPr>
        <dsp:cNvPr id="0" name=""/>
        <dsp:cNvSpPr/>
      </dsp:nvSpPr>
      <dsp:spPr>
        <a:xfrm>
          <a:off x="5441111" y="741903"/>
          <a:ext cx="1735982" cy="607011"/>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2875" tIns="142875" rIns="142875" bIns="142875" numCol="1" spcCol="1270" anchor="ctr" anchorCtr="0">
          <a:noAutofit/>
        </a:bodyPr>
        <a:lstStyle/>
        <a:p>
          <a:pPr marL="0" lvl="0" indent="0" algn="l" defTabSz="666750">
            <a:lnSpc>
              <a:spcPct val="90000"/>
            </a:lnSpc>
            <a:spcBef>
              <a:spcPct val="0"/>
            </a:spcBef>
            <a:spcAft>
              <a:spcPct val="35000"/>
            </a:spcAft>
            <a:buNone/>
          </a:pPr>
          <a:r>
            <a:rPr lang="en-US" sz="1500" kern="1200" dirty="0"/>
            <a:t>T3. Pedro Alonso</a:t>
          </a:r>
        </a:p>
      </dsp:txBody>
      <dsp:txXfrm>
        <a:off x="5441111" y="741903"/>
        <a:ext cx="1735982" cy="607011"/>
      </dsp:txXfrm>
    </dsp:sp>
    <dsp:sp modelId="{1CD18FAB-E4B5-3340-8C85-7896F59328D6}">
      <dsp:nvSpPr>
        <dsp:cNvPr id="0" name=""/>
        <dsp:cNvSpPr/>
      </dsp:nvSpPr>
      <dsp:spPr>
        <a:xfrm>
          <a:off x="6309103" y="1348914"/>
          <a:ext cx="0" cy="739727"/>
        </a:xfrm>
        <a:prstGeom prst="line">
          <a:avLst/>
        </a:prstGeom>
        <a:solidFill>
          <a:schemeClr val="accent1">
            <a:hueOff val="0"/>
            <a:satOff val="0"/>
            <a:lumOff val="0"/>
            <a:alphaOff val="0"/>
          </a:schemeClr>
        </a:solidFill>
        <a:ln w="6350" cap="flat" cmpd="sng" algn="ctr">
          <a:solidFill>
            <a:schemeClr val="accent1">
              <a:hueOff val="0"/>
              <a:satOff val="0"/>
              <a:lumOff val="0"/>
              <a:alphaOff val="0"/>
            </a:schemeClr>
          </a:solidFill>
          <a:prstDash val="dash"/>
          <a:miter lim="800000"/>
        </a:ln>
        <a:effectLst/>
      </dsp:spPr>
      <dsp:style>
        <a:lnRef idx="2">
          <a:scrgbClr r="0" g="0" b="0"/>
        </a:lnRef>
        <a:fillRef idx="1">
          <a:scrgbClr r="0" g="0" b="0"/>
        </a:fillRef>
        <a:effectRef idx="0">
          <a:scrgbClr r="0" g="0" b="0"/>
        </a:effectRef>
        <a:fontRef idx="minor">
          <a:schemeClr val="lt1"/>
        </a:fontRef>
      </dsp:style>
    </dsp:sp>
    <dsp:sp modelId="{BF3DAAB4-B907-C647-9823-02C18ED0CD53}">
      <dsp:nvSpPr>
        <dsp:cNvPr id="0" name=""/>
        <dsp:cNvSpPr/>
      </dsp:nvSpPr>
      <dsp:spPr>
        <a:xfrm>
          <a:off x="6729624" y="1522968"/>
          <a:ext cx="3364170" cy="4917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b" anchorCtr="1">
          <a:noAutofit/>
        </a:bodyPr>
        <a:lstStyle/>
        <a:p>
          <a:pPr marL="0" lvl="0" indent="0" algn="ctr" defTabSz="889000">
            <a:lnSpc>
              <a:spcPct val="90000"/>
            </a:lnSpc>
            <a:spcBef>
              <a:spcPct val="0"/>
            </a:spcBef>
            <a:spcAft>
              <a:spcPct val="35000"/>
            </a:spcAft>
            <a:buNone/>
            <a:defRPr b="1"/>
          </a:pPr>
          <a:r>
            <a:rPr lang="en-US" sz="2000" kern="1200"/>
            <a:t>15 Dic.</a:t>
          </a:r>
        </a:p>
      </dsp:txBody>
      <dsp:txXfrm>
        <a:off x="6729624" y="1522968"/>
        <a:ext cx="3364170" cy="491701"/>
      </dsp:txXfrm>
    </dsp:sp>
    <dsp:sp modelId="{D9607A91-68BA-D341-8497-A16C0DFF9F57}">
      <dsp:nvSpPr>
        <dsp:cNvPr id="0" name=""/>
        <dsp:cNvSpPr/>
      </dsp:nvSpPr>
      <dsp:spPr>
        <a:xfrm>
          <a:off x="7460344" y="3002423"/>
          <a:ext cx="1902731" cy="607011"/>
        </a:xfrm>
        <a:prstGeom prst="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2875" tIns="142875" rIns="142875" bIns="142875" numCol="1" spcCol="1270" anchor="ctr" anchorCtr="0">
          <a:noAutofit/>
        </a:bodyPr>
        <a:lstStyle/>
        <a:p>
          <a:pPr marL="0" lvl="0" indent="0" algn="l" defTabSz="666750">
            <a:lnSpc>
              <a:spcPct val="90000"/>
            </a:lnSpc>
            <a:spcBef>
              <a:spcPct val="0"/>
            </a:spcBef>
            <a:spcAft>
              <a:spcPct val="35000"/>
            </a:spcAft>
            <a:buNone/>
          </a:pPr>
          <a:r>
            <a:rPr lang="en-US" sz="1500" kern="1200" dirty="0"/>
            <a:t>T4. Adrián Castelló</a:t>
          </a:r>
        </a:p>
      </dsp:txBody>
      <dsp:txXfrm>
        <a:off x="7460344" y="3002423"/>
        <a:ext cx="1902731" cy="607011"/>
      </dsp:txXfrm>
    </dsp:sp>
    <dsp:sp modelId="{EBBADA94-673E-FC48-9AAF-958AF29E6BE4}">
      <dsp:nvSpPr>
        <dsp:cNvPr id="0" name=""/>
        <dsp:cNvSpPr/>
      </dsp:nvSpPr>
      <dsp:spPr>
        <a:xfrm>
          <a:off x="8411709" y="2262695"/>
          <a:ext cx="0" cy="739727"/>
        </a:xfrm>
        <a:prstGeom prst="line">
          <a:avLst/>
        </a:prstGeom>
        <a:solidFill>
          <a:schemeClr val="accent1">
            <a:hueOff val="0"/>
            <a:satOff val="0"/>
            <a:lumOff val="0"/>
            <a:alphaOff val="0"/>
          </a:schemeClr>
        </a:solidFill>
        <a:ln w="6350" cap="flat" cmpd="sng" algn="ctr">
          <a:solidFill>
            <a:schemeClr val="accent1">
              <a:hueOff val="0"/>
              <a:satOff val="0"/>
              <a:lumOff val="0"/>
              <a:alphaOff val="0"/>
            </a:schemeClr>
          </a:solidFill>
          <a:prstDash val="dash"/>
          <a:miter lim="800000"/>
        </a:ln>
        <a:effectLst/>
      </dsp:spPr>
      <dsp:style>
        <a:lnRef idx="2">
          <a:scrgbClr r="0" g="0" b="0"/>
        </a:lnRef>
        <a:fillRef idx="1">
          <a:scrgbClr r="0" g="0" b="0"/>
        </a:fillRef>
        <a:effectRef idx="0">
          <a:scrgbClr r="0" g="0" b="0"/>
        </a:effectRef>
        <a:fontRef idx="minor">
          <a:schemeClr val="lt1"/>
        </a:fontRef>
      </dsp:style>
    </dsp:sp>
    <dsp:sp modelId="{DEAAB110-2347-334C-AD4B-38DF183DBF8F}">
      <dsp:nvSpPr>
        <dsp:cNvPr id="0" name=""/>
        <dsp:cNvSpPr/>
      </dsp:nvSpPr>
      <dsp:spPr>
        <a:xfrm>
          <a:off x="6254711" y="2121277"/>
          <a:ext cx="108783" cy="108783"/>
        </a:xfrm>
        <a:prstGeom prst="ellipse">
          <a:avLst/>
        </a:prstGeom>
        <a:solidFill>
          <a:schemeClr val="lt1">
            <a:alpha val="90000"/>
            <a:hueOff val="0"/>
            <a:satOff val="0"/>
            <a:lumOff val="0"/>
            <a:alphaOff val="0"/>
          </a:schemeClr>
        </a:solidFill>
        <a:ln w="19050" cap="flat" cmpd="sng" algn="ctr">
          <a:noFill/>
          <a:prstDash val="solid"/>
          <a:miter lim="800000"/>
        </a:ln>
        <a:effectLst/>
      </dsp:spPr>
      <dsp:style>
        <a:lnRef idx="2">
          <a:scrgbClr r="0" g="0" b="0"/>
        </a:lnRef>
        <a:fillRef idx="1">
          <a:scrgbClr r="0" g="0" b="0"/>
        </a:fillRef>
        <a:effectRef idx="0">
          <a:scrgbClr r="0" g="0" b="0"/>
        </a:effectRef>
        <a:fontRef idx="minor"/>
      </dsp:style>
    </dsp:sp>
    <dsp:sp modelId="{F7AF0840-397F-3548-9F54-BE91979F3F92}">
      <dsp:nvSpPr>
        <dsp:cNvPr id="0" name=""/>
        <dsp:cNvSpPr/>
      </dsp:nvSpPr>
      <dsp:spPr>
        <a:xfrm>
          <a:off x="8357318" y="2121277"/>
          <a:ext cx="108783" cy="108783"/>
        </a:xfrm>
        <a:prstGeom prst="ellipse">
          <a:avLst/>
        </a:prstGeom>
        <a:solidFill>
          <a:schemeClr val="lt1">
            <a:alpha val="90000"/>
            <a:hueOff val="0"/>
            <a:satOff val="0"/>
            <a:lumOff val="0"/>
            <a:alphaOff val="0"/>
          </a:schemeClr>
        </a:solidFill>
        <a:ln w="19050" cap="flat" cmpd="sng" algn="ctr">
          <a:noFill/>
          <a:prstDash val="solid"/>
          <a:miter lim="800000"/>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17/3/layout/HorizontalPathTimeline">
  <dgm:title val="Horizontal Path Timeline"/>
  <dgm:desc val="Use to show a list of events in chronological order. The rectangular shape contains the description while the date is shown near the circular dot along the time line. It's the perfect SmartArt for displaying large amount of text with a short date format."/>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
    <dgm:varLst>
      <dgm:chMax/>
      <dgm:chPref/>
      <dgm:animLvl val="lvl"/>
    </dgm:varLst>
    <dgm:alg type="composite"/>
    <dgm:shape xmlns:r="http://schemas.openxmlformats.org/officeDocument/2006/relationships" r:blip="">
      <dgm:adjLst/>
    </dgm:shape>
    <dgm:constrLst>
      <dgm:constr type="w" for="ch" forName="divider" refType="w"/>
      <dgm:constr type="h" for="ch" forName="divider" refType="h" fact="0.04"/>
      <dgm:constr type="ctrY" for="ch" forName="divider" refType="h" fact="0.5"/>
      <dgm:constr type="l" for="ch" forName="divider"/>
      <dgm:constr type="w" for="ch" forName="nodes" refType="w"/>
      <dgm:constr type="h" for="ch" forName="nodes" refType="h"/>
    </dgm:constrLst>
    <dgm:layoutNode name="divider" styleLbl="node1">
      <dgm:alg type="sp"/>
      <dgm:shape xmlns:r="http://schemas.openxmlformats.org/officeDocument/2006/relationships" type="rect" r:blip="" zOrderOff="2">
        <dgm:adjLst/>
      </dgm:shape>
      <dgm:presOf/>
      <dgm:constrLst/>
      <dgm:ruleLst/>
    </dgm:layoutNode>
    <dgm:layoutNode name="nodes">
      <dgm:varLst>
        <dgm:chMax/>
        <dgm:chPref/>
        <dgm:animLvl val="lvl"/>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choose name="constrBasedOnChildrenCount">
        <dgm:if name="constrForTwoChildren" axis="ch" ptType="node" func="cnt" op="lte" val="2">
          <dgm:constrLst>
            <dgm:constr type="primFontSz" for="des" forName="L1TextContainer" val="20"/>
            <dgm:constr type="primFontSz" for="des" forName="L2TextContainer" refType="primFontSz" refFor="des" refForName="L1TextContainer" op="equ" fact="0.75"/>
            <dgm:constr type="w" for="ch" forName="composite" refType="w"/>
            <dgm:constr type="h" for="ch" forName="composite" refType="h"/>
            <dgm:constr type="w" for="ch" forName="spaceBetweenRectangles" refType="w" refFor="ch" refForName="composite" fact="0"/>
            <dgm:constr type="w" for="ch" ptType="sibTrans" op="equ"/>
            <dgm:constr type="primFontSz" for="des" forName="L1TextContainer" op="equ"/>
            <dgm:constr type="primFontSz" for="des" forName="L2TextContainer" op="equ"/>
          </dgm:constrLst>
        </dgm:if>
        <dgm:else name="constrForRest">
          <dgm:constrLst>
            <dgm:constr type="primFontSz" for="des" forName="L1TextContainer" val="20"/>
            <dgm:constr type="primFontSz" for="des" forName="L2TextContainer" refType="primFontSz" refFor="des" refForName="L1TextContainer" op="equ" fact="0.75"/>
            <dgm:constr type="w" for="ch" forName="composite" refType="w"/>
            <dgm:constr type="h" for="ch" forName="composite" refType="h"/>
            <dgm:constr type="w" for="ch" forName="spaceBetweenRectangles" refType="w" refFor="ch" refForName="composite" fact="-0.5"/>
            <dgm:constr type="w" for="ch" ptType="sibTrans" op="equ"/>
            <dgm:constr type="primFontSz" for="des" forName="L1TextContainer" op="equ"/>
            <dgm:constr type="primFontSz" for="des" forName="L2TextContainer" op="equ"/>
          </dgm:constrLst>
        </dgm:else>
      </dgm:choose>
      <dgm:forEach name="nodesForEach" axis="ch" ptType="node">
        <dgm:layoutNode name="composite">
          <dgm:alg type="composite"/>
          <dgm:shape xmlns:r="http://schemas.openxmlformats.org/officeDocument/2006/relationships" r:blip="">
            <dgm:adjLst/>
          </dgm:shape>
          <dgm:choose name="CaseForPlacingNodesAboveAndBelowDivider">
            <dgm:if name="CaseForPlacingNodeAboveDivider" axis="self" ptType="node" func="posOdd" op="equ" val="1">
              <dgm:constrLst>
                <dgm:constr type="w" for="ch" forName="L1TextContainer" refType="w" fact="0.8"/>
                <dgm:constr type="l" for="ch" forName="L1TextContainer" refType="w" fact="0.1"/>
                <dgm:constr type="t" for="ch" forName="L1TextContainer" refType="h" fact="0.537"/>
                <dgm:constr type="h" for="ch" forName="L1TextContainer" refType="h" fact="0.113"/>
                <dgm:constr type="w" for="ch" forName="L2TextContainerWrapper" refType="w" fact="0.88"/>
                <dgm:constr type="h" for="ch" forName="L2TextContainerWrapper" refType="h" fact="0.31"/>
                <dgm:constr type="b" for="ch" forName="L2TextContainerWrapper" refType="h" fact="0.31"/>
                <dgm:constr type="l" for="ch" forName="L2TextContainerWrapper" refType="w" fact="0.06"/>
                <dgm:constr type="w" for="ch" forName="ConnectLine"/>
                <dgm:constr type="l" for="ch" forName="ConnectLine" refType="w" fact="0.5"/>
                <dgm:constr type="h" for="ch" forName="ConnectLine" refType="h" fact="0.17"/>
                <dgm:constr type="t" for="ch" forName="ConnectLine" refType="h" fact="0.31"/>
                <dgm:constr type="w" for="ch" forName="ConnectorPoint" refType="h" fact="0.025"/>
                <dgm:constr type="h" for="ch" forName="ConnectorPoint" refType="h" fact="0.025"/>
                <dgm:constr type="ctrX" for="ch" forName="ConnectorPoint" refType="w" fact="0.5"/>
                <dgm:constr type="ctrY" for="ch" forName="ConnectorPoint" refType="h" fact="0.5"/>
                <dgm:constr type="w" for="ch" forName="EmptyPlaceHolder" refType="w"/>
                <dgm:constr type="t" for="ch" forName="EmptyPlaceHolder" refType="h" fact="0.65"/>
                <dgm:constr type="h" for="ch" forName="EmptyPlaceHolder" refType="h" fact="0.35"/>
              </dgm:constrLst>
            </dgm:if>
            <dgm:else name="CaseForPlacingNodeBelowDivider">
              <dgm:constrLst>
                <dgm:constr type="w" for="ch" forName="L1TextContainer" refType="w" fact="0.8"/>
                <dgm:constr type="l" for="ch" forName="L1TextContainer" refType="w" fact="0.1"/>
                <dgm:constr type="t" for="ch" forName="L1TextContainer" refType="h" fact="0.35"/>
                <dgm:constr type="h" for="ch" forName="L1TextContainer" refType="h" fact="0.113"/>
                <dgm:constr type="w" for="ch" forName="L2TextContainerWrapper" refType="w" fact="0.88"/>
                <dgm:constr type="h" for="ch" forName="L2TextContainerWrapper" refType="h" fact="0.31"/>
                <dgm:constr type="t" for="ch" forName="L2TextContainerWrapper" refType="h" fact="0.69"/>
                <dgm:constr type="l" for="ch" forName="L2TextContainerWrapper" refType="w" fact="0.06"/>
                <dgm:constr type="w" for="ch" forName="ConnectLine"/>
                <dgm:constr type="l" for="ch" forName="ConnectLine" refType="w" fact="0.5"/>
                <dgm:constr type="h" for="ch" forName="ConnectLine" refType="h" fact="0.17"/>
                <dgm:constr type="t" for="ch" forName="ConnectLine" refType="h" fact="0.52"/>
                <dgm:constr type="w" for="ch" forName="ConnectorPoint" refType="h" fact="0.025"/>
                <dgm:constr type="h" for="ch" forName="ConnectorPoint" refType="h" fact="0.025"/>
                <dgm:constr type="ctrX" for="ch" forName="ConnectorPoint" refType="w" fact="0.5"/>
                <dgm:constr type="ctrY" for="ch" forName="ConnectorPoint" refType="h" fact="0.5"/>
                <dgm:constr type="w" for="ch" forName="EmptyPlaceHolder" refType="w"/>
                <dgm:constr type="h" for="ch" forName="EmptyPlaceHolder" refType="h" fact="0.35"/>
                <dgm:constr type="t" for="ch" forName="EmptyPlaceHolder" refType="h" fact="0"/>
              </dgm:constrLst>
            </dgm:else>
          </dgm:choose>
          <dgm:layoutNode name="L1TextContainer" styleLbl="revTx">
            <dgm:varLst>
              <dgm:chMax val="1"/>
              <dgm:chPref val="1"/>
              <dgm:bulletEnabled val="1"/>
            </dgm:varLst>
            <dgm:choose name="casesForTxtDirLogic">
              <dgm:if name="Name78" axis="self" ptType="node" func="posOdd" op="equ" val="1">
                <dgm:alg type="tx">
                  <dgm:param type="txAnchorHorz" val="ctr"/>
                  <dgm:param type="txAnchorVert" val="t"/>
                  <dgm:param type="parTxLTRAlign" val="ctr"/>
                  <dgm:param type="parTxRTLAlign" val="ctr"/>
                </dgm:alg>
              </dgm:if>
              <dgm:else name="Name89">
                <dgm:alg type="tx">
                  <dgm:param type="txAnchorHorz" val="ctr"/>
                  <dgm:param type="txAnchorVert" val="b"/>
                  <dgm:param type="parTxLTRAlign" val="ctr"/>
                  <dgm:param type="parTxRTLAlign" val="ctr"/>
                </dgm:alg>
              </dgm:else>
            </dgm:choose>
            <dgm:shape xmlns:r="http://schemas.openxmlformats.org/officeDocument/2006/relationships" type="rect" r:blip="">
              <dgm:adjLst/>
            </dgm:shape>
            <dgm:presOf axis="self"/>
            <dgm:constrLst>
              <dgm:constr type="lMarg"/>
              <dgm:constr type="rMarg"/>
              <dgm:constr type="tMarg"/>
              <dgm:constr type="bMarg"/>
            </dgm:constrLst>
            <dgm:ruleLst>
              <dgm:rule type="primFontSz" val="14" fact="NaN" max="NaN"/>
            </dgm:ruleLst>
          </dgm:layoutNode>
          <dgm:layoutNode name="L2TextContainerWrapper" styleLbl="bgAccFollowNode1">
            <dgm:varLst>
              <dgm:chMax val="0"/>
              <dgm:chPref val="0"/>
              <dgm:bulletEnabled val="1"/>
            </dgm:varLst>
            <dgm:alg type="composite"/>
            <dgm:choose name="L2TextContainerConstr">
              <dgm:if name="CaseForPlacingL2TextContaineAboveDivider" axis="self" ptType="node" func="posOdd" op="equ" val="1">
                <dgm:constrLst>
                  <dgm:constr type="h" for="ch" forName="L2TextContainer" refType="h" fact="0.45"/>
                  <dgm:constr type="b" for="ch" forName="L2TextContainer" refType="h"/>
                  <dgm:constr type="h" for="ch" forName="FlexibleEmptyPlaceHolder" refType="h" fact="0.55"/>
                </dgm:constrLst>
              </dgm:if>
              <dgm:else name="CaseForPlacingL2TextContaineBelowDivider">
                <dgm:constrLst>
                  <dgm:constr type="h" for="ch" forName="L2TextContainer" refType="h" fact="0.45"/>
                  <dgm:constr type="h" for="ch" forName="FlexibleEmptyPlaceHolder" refType="h" fact="0.55"/>
                  <dgm:constr type="b" for="ch" forName="FlexibleEmptyPlaceHolder" refType="h"/>
                </dgm:constrLst>
              </dgm:else>
            </dgm:choose>
            <dgm:layoutNode name="L2TextContainer" styleLbl="bgAccFollowNode1">
              <dgm:choose name="L2TextContainerAlgo">
                <dgm:if name="L2TextContainerAlgoLTR" func="var" arg="dir" op="equ" val="norm">
                  <dgm:alg type="tx">
                    <dgm:param type="txAnchorVert" val="mid"/>
                    <dgm:param type="parTxRTLAlign" val="l"/>
                    <dgm:param type="parTxLTRAlign" val="l"/>
                    <dgm:param type="txAnchorVertCh" val="mid"/>
                    <dgm:param type="shpTxRTLAlignCh" val="l"/>
                    <dgm:param type="shpTxLTRAlignCh" val="l"/>
                  </dgm:alg>
                </dgm:if>
                <dgm:else name="L2TextContainerAlgoRTL">
                  <dgm:alg type="tx">
                    <dgm:param type="txAnchorVert" val="mid"/>
                    <dgm:param type="parTxRTLAlign" val="r"/>
                    <dgm:param type="parTxLTRAlign" val="r"/>
                    <dgm:param type="txAnchorVertCh" val="mid"/>
                    <dgm:param type="shpTxRTLAlignCh" val="r"/>
                    <dgm:param type="shpTxLTRAlignCh" val="r"/>
                  </dgm:alg>
                </dgm:else>
              </dgm:choose>
              <dgm:shape xmlns:r="http://schemas.openxmlformats.org/officeDocument/2006/relationships" type="rect" r:blip="">
                <dgm:adjLst/>
              </dgm:shape>
              <dgm:presOf axis="des" ptType="node"/>
              <dgm:constrLst>
                <dgm:constr type="lMarg" refType="primFontSz" fact="0.75"/>
                <dgm:constr type="rMarg" refType="primFontSz" fact="0.75"/>
                <dgm:constr type="tMarg" refType="primFontSz" fact="0.75"/>
                <dgm:constr type="bMarg" refType="primFontSz" fact="0.75"/>
              </dgm:constrLst>
              <dgm:ruleLst>
                <dgm:rule type="h" val="INF" fact="NaN" max="NaN"/>
                <dgm:rule type="primFontSz" val="11" fact="NaN" max="NaN"/>
                <dgm:rule type="secFontSz" val="9" fact="NaN" max="NaN"/>
              </dgm:ruleLst>
            </dgm:layoutNode>
            <dgm:layoutNode name="FlexibleEmptyPlaceHolder">
              <dgm:alg type="sp"/>
              <dgm:shape xmlns:r="http://schemas.openxmlformats.org/officeDocument/2006/relationships" r:blip="">
                <dgm:adjLst/>
              </dgm:shape>
              <dgm:presOf/>
              <dgm:constrLst/>
            </dgm:layoutNode>
          </dgm:layoutNode>
          <dgm:layoutNode name="ConnectLine" styleLbl="alignNode1" moveWith="L2TextContainer">
            <dgm:alg type="sp"/>
            <dgm:shape xmlns:r="http://schemas.openxmlformats.org/officeDocument/2006/relationships" type="line" r:blip="" zOrderOff="-1">
              <dgm:adjLst/>
              <dgm:extLst>
                <a:ext uri="{B698B0E9-8C71-41B9-8309-B3DCBF30829C}">
                  <dgm1612:spPr xmlns:dgm1612="http://schemas.microsoft.com/office/drawing/2016/12/diagram">
                    <a:ln w="6350">
                      <a:prstDash val="dash"/>
                    </a:ln>
                  </dgm1612:spPr>
                </a:ext>
              </dgm:extLst>
            </dgm:shape>
            <dgm:presOf/>
            <dgm:constrLst/>
          </dgm:layoutNode>
          <dgm:layoutNode name="ConnectorPoint" styleLbl="fgAcc1" moveWith="L2TextContainer">
            <dgm:alg type="sp"/>
            <dgm:shape xmlns:r="http://schemas.openxmlformats.org/officeDocument/2006/relationships" type="ellipse" r:blip="" zOrderOff="10">
              <dgm:adjLst/>
              <dgm:extLst>
                <a:ext uri="{B698B0E9-8C71-41B9-8309-B3DCBF30829C}">
                  <dgm1612:spPr xmlns:dgm1612="http://schemas.microsoft.com/office/drawing/2016/12/diagram">
                    <a:ln>
                      <a:noFill/>
                    </a:ln>
                  </dgm1612:spPr>
                </a:ext>
              </dgm:extLst>
            </dgm:shape>
            <dgm:presOf/>
            <dgm:constrLst/>
          </dgm:layoutNode>
          <dgm:layoutNode name="EmptyPlaceHolder">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Node>
  <dgm:extLst>
    <a:ext uri="{68A01E43-0DF5-4B5B-8FA6-DAF915123BFB}">
      <dgm1612:lstStyle xmlns:dgm1612="http://schemas.microsoft.com/office/drawing/2016/12/diagram">
        <a:lvl1pPr>
          <a:defRPr b="1"/>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8BC09D1-6560-44C7-21A6-D08FE15CF686}"/>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p>
        </p:txBody>
      </p:sp>
      <p:sp>
        <p:nvSpPr>
          <p:cNvPr id="3" name="Subtítulo 2">
            <a:extLst>
              <a:ext uri="{FF2B5EF4-FFF2-40B4-BE49-F238E27FC236}">
                <a16:creationId xmlns:a16="http://schemas.microsoft.com/office/drawing/2014/main" id="{A12A44BD-F767-2186-A6B7-A981AFF1EE5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p>
        </p:txBody>
      </p:sp>
      <p:sp>
        <p:nvSpPr>
          <p:cNvPr id="4" name="Marcador de fecha 3">
            <a:extLst>
              <a:ext uri="{FF2B5EF4-FFF2-40B4-BE49-F238E27FC236}">
                <a16:creationId xmlns:a16="http://schemas.microsoft.com/office/drawing/2014/main" id="{8F2E7B6B-2DCC-ECC6-D242-9A4408BC8757}"/>
              </a:ext>
            </a:extLst>
          </p:cNvPr>
          <p:cNvSpPr>
            <a:spLocks noGrp="1"/>
          </p:cNvSpPr>
          <p:nvPr>
            <p:ph type="dt" sz="half" idx="10"/>
          </p:nvPr>
        </p:nvSpPr>
        <p:spPr/>
        <p:txBody>
          <a:bodyPr/>
          <a:lstStyle/>
          <a:p>
            <a:fld id="{00E3B998-99E3-9040-93DC-7BBB5DABB624}" type="datetimeFigureOut">
              <a:rPr lang="es-ES" smtClean="0"/>
              <a:t>25/11/25</a:t>
            </a:fld>
            <a:endParaRPr lang="es-ES"/>
          </a:p>
        </p:txBody>
      </p:sp>
      <p:sp>
        <p:nvSpPr>
          <p:cNvPr id="5" name="Marcador de pie de página 4">
            <a:extLst>
              <a:ext uri="{FF2B5EF4-FFF2-40B4-BE49-F238E27FC236}">
                <a16:creationId xmlns:a16="http://schemas.microsoft.com/office/drawing/2014/main" id="{8617748B-1431-F50C-6C1C-562F444453F2}"/>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0CD7D023-B7D0-C944-611A-D1E366D53718}"/>
              </a:ext>
            </a:extLst>
          </p:cNvPr>
          <p:cNvSpPr>
            <a:spLocks noGrp="1"/>
          </p:cNvSpPr>
          <p:nvPr>
            <p:ph type="sldNum" sz="quarter" idx="12"/>
          </p:nvPr>
        </p:nvSpPr>
        <p:spPr/>
        <p:txBody>
          <a:bodyPr/>
          <a:lstStyle/>
          <a:p>
            <a:fld id="{6A0E03E9-5A1F-2448-A428-085AAFDF0A43}" type="slidenum">
              <a:rPr lang="es-ES" smtClean="0"/>
              <a:t>‹Nº›</a:t>
            </a:fld>
            <a:endParaRPr lang="es-ES"/>
          </a:p>
        </p:txBody>
      </p:sp>
    </p:spTree>
    <p:extLst>
      <p:ext uri="{BB962C8B-B14F-4D97-AF65-F5344CB8AC3E}">
        <p14:creationId xmlns:p14="http://schemas.microsoft.com/office/powerpoint/2010/main" val="27236347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129E446-3FC3-8071-419D-0CEFE89E586F}"/>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D9B8EFA9-52A7-1CC3-69B6-0F7EA4ECB2E8}"/>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48A6A7FB-D2AC-3878-8F1D-82FB72EECC25}"/>
              </a:ext>
            </a:extLst>
          </p:cNvPr>
          <p:cNvSpPr>
            <a:spLocks noGrp="1"/>
          </p:cNvSpPr>
          <p:nvPr>
            <p:ph type="dt" sz="half" idx="10"/>
          </p:nvPr>
        </p:nvSpPr>
        <p:spPr/>
        <p:txBody>
          <a:bodyPr/>
          <a:lstStyle/>
          <a:p>
            <a:fld id="{00E3B998-99E3-9040-93DC-7BBB5DABB624}" type="datetimeFigureOut">
              <a:rPr lang="es-ES" smtClean="0"/>
              <a:t>25/11/25</a:t>
            </a:fld>
            <a:endParaRPr lang="es-ES"/>
          </a:p>
        </p:txBody>
      </p:sp>
      <p:sp>
        <p:nvSpPr>
          <p:cNvPr id="5" name="Marcador de pie de página 4">
            <a:extLst>
              <a:ext uri="{FF2B5EF4-FFF2-40B4-BE49-F238E27FC236}">
                <a16:creationId xmlns:a16="http://schemas.microsoft.com/office/drawing/2014/main" id="{2C03F672-347A-1DA2-C63C-FAE1722730C2}"/>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E2E784C6-64A6-6EB5-18A9-5B8F46E390C5}"/>
              </a:ext>
            </a:extLst>
          </p:cNvPr>
          <p:cNvSpPr>
            <a:spLocks noGrp="1"/>
          </p:cNvSpPr>
          <p:nvPr>
            <p:ph type="sldNum" sz="quarter" idx="12"/>
          </p:nvPr>
        </p:nvSpPr>
        <p:spPr/>
        <p:txBody>
          <a:bodyPr/>
          <a:lstStyle/>
          <a:p>
            <a:fld id="{6A0E03E9-5A1F-2448-A428-085AAFDF0A43}" type="slidenum">
              <a:rPr lang="es-ES" smtClean="0"/>
              <a:t>‹Nº›</a:t>
            </a:fld>
            <a:endParaRPr lang="es-ES"/>
          </a:p>
        </p:txBody>
      </p:sp>
    </p:spTree>
    <p:extLst>
      <p:ext uri="{BB962C8B-B14F-4D97-AF65-F5344CB8AC3E}">
        <p14:creationId xmlns:p14="http://schemas.microsoft.com/office/powerpoint/2010/main" val="20876407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F0F53DC-8711-71E3-4560-AD7FBE5BB9AE}"/>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p>
        </p:txBody>
      </p:sp>
      <p:sp>
        <p:nvSpPr>
          <p:cNvPr id="3" name="Marcador de texto 2">
            <a:extLst>
              <a:ext uri="{FF2B5EF4-FFF2-40B4-BE49-F238E27FC236}">
                <a16:creationId xmlns:a16="http://schemas.microsoft.com/office/drawing/2014/main" id="{4D8B863A-B364-19FB-2A72-C9094FE1C31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39C7A174-75D9-42EC-2EBB-433D6BF10643}"/>
              </a:ext>
            </a:extLst>
          </p:cNvPr>
          <p:cNvSpPr>
            <a:spLocks noGrp="1"/>
          </p:cNvSpPr>
          <p:nvPr>
            <p:ph type="dt" sz="half" idx="10"/>
          </p:nvPr>
        </p:nvSpPr>
        <p:spPr/>
        <p:txBody>
          <a:bodyPr/>
          <a:lstStyle/>
          <a:p>
            <a:fld id="{00E3B998-99E3-9040-93DC-7BBB5DABB624}" type="datetimeFigureOut">
              <a:rPr lang="es-ES" smtClean="0"/>
              <a:t>25/11/25</a:t>
            </a:fld>
            <a:endParaRPr lang="es-ES"/>
          </a:p>
        </p:txBody>
      </p:sp>
      <p:sp>
        <p:nvSpPr>
          <p:cNvPr id="5" name="Marcador de pie de página 4">
            <a:extLst>
              <a:ext uri="{FF2B5EF4-FFF2-40B4-BE49-F238E27FC236}">
                <a16:creationId xmlns:a16="http://schemas.microsoft.com/office/drawing/2014/main" id="{AC33F475-9850-2E7C-0B4B-B11EC8207A4E}"/>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BAAC0C3F-45FC-6395-2174-0557ECBC8E17}"/>
              </a:ext>
            </a:extLst>
          </p:cNvPr>
          <p:cNvSpPr>
            <a:spLocks noGrp="1"/>
          </p:cNvSpPr>
          <p:nvPr>
            <p:ph type="sldNum" sz="quarter" idx="12"/>
          </p:nvPr>
        </p:nvSpPr>
        <p:spPr/>
        <p:txBody>
          <a:bodyPr/>
          <a:lstStyle/>
          <a:p>
            <a:fld id="{6A0E03E9-5A1F-2448-A428-085AAFDF0A43}" type="slidenum">
              <a:rPr lang="es-ES" smtClean="0"/>
              <a:t>‹Nº›</a:t>
            </a:fld>
            <a:endParaRPr lang="es-ES"/>
          </a:p>
        </p:txBody>
      </p:sp>
    </p:spTree>
    <p:extLst>
      <p:ext uri="{BB962C8B-B14F-4D97-AF65-F5344CB8AC3E}">
        <p14:creationId xmlns:p14="http://schemas.microsoft.com/office/powerpoint/2010/main" val="16451921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6070827-2C52-37B3-81E8-1C6EABEF69B6}"/>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F42B97AF-ED2B-2E16-D187-06C1864E2E2F}"/>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a:extLst>
              <a:ext uri="{FF2B5EF4-FFF2-40B4-BE49-F238E27FC236}">
                <a16:creationId xmlns:a16="http://schemas.microsoft.com/office/drawing/2014/main" id="{467F1826-0B11-3DC5-DB4C-73F79E6EF39E}"/>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a:extLst>
              <a:ext uri="{FF2B5EF4-FFF2-40B4-BE49-F238E27FC236}">
                <a16:creationId xmlns:a16="http://schemas.microsoft.com/office/drawing/2014/main" id="{E6F6C5BF-AB8A-F28C-35D6-968443980135}"/>
              </a:ext>
            </a:extLst>
          </p:cNvPr>
          <p:cNvSpPr>
            <a:spLocks noGrp="1"/>
          </p:cNvSpPr>
          <p:nvPr>
            <p:ph type="dt" sz="half" idx="10"/>
          </p:nvPr>
        </p:nvSpPr>
        <p:spPr/>
        <p:txBody>
          <a:bodyPr/>
          <a:lstStyle/>
          <a:p>
            <a:fld id="{00E3B998-99E3-9040-93DC-7BBB5DABB624}" type="datetimeFigureOut">
              <a:rPr lang="es-ES" smtClean="0"/>
              <a:t>25/11/25</a:t>
            </a:fld>
            <a:endParaRPr lang="es-ES"/>
          </a:p>
        </p:txBody>
      </p:sp>
      <p:sp>
        <p:nvSpPr>
          <p:cNvPr id="6" name="Marcador de pie de página 5">
            <a:extLst>
              <a:ext uri="{FF2B5EF4-FFF2-40B4-BE49-F238E27FC236}">
                <a16:creationId xmlns:a16="http://schemas.microsoft.com/office/drawing/2014/main" id="{2A9EDCB0-1C63-F9F9-BFF4-32972B8FC16F}"/>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91F13096-701B-151A-FBDA-69A3765B9433}"/>
              </a:ext>
            </a:extLst>
          </p:cNvPr>
          <p:cNvSpPr>
            <a:spLocks noGrp="1"/>
          </p:cNvSpPr>
          <p:nvPr>
            <p:ph type="sldNum" sz="quarter" idx="12"/>
          </p:nvPr>
        </p:nvSpPr>
        <p:spPr/>
        <p:txBody>
          <a:bodyPr/>
          <a:lstStyle/>
          <a:p>
            <a:fld id="{6A0E03E9-5A1F-2448-A428-085AAFDF0A43}" type="slidenum">
              <a:rPr lang="es-ES" smtClean="0"/>
              <a:t>‹Nº›</a:t>
            </a:fld>
            <a:endParaRPr lang="es-ES"/>
          </a:p>
        </p:txBody>
      </p:sp>
    </p:spTree>
    <p:extLst>
      <p:ext uri="{BB962C8B-B14F-4D97-AF65-F5344CB8AC3E}">
        <p14:creationId xmlns:p14="http://schemas.microsoft.com/office/powerpoint/2010/main" val="1109186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6361C07-155B-B218-A3AE-8229B2A42BD2}"/>
              </a:ext>
            </a:extLst>
          </p:cNvPr>
          <p:cNvSpPr>
            <a:spLocks noGrp="1"/>
          </p:cNvSpPr>
          <p:nvPr>
            <p:ph type="title"/>
          </p:nvPr>
        </p:nvSpPr>
        <p:spPr>
          <a:xfrm>
            <a:off x="839788" y="365125"/>
            <a:ext cx="10515600" cy="1325563"/>
          </a:xfrm>
        </p:spPr>
        <p:txBody>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8086C87B-85DD-8890-D30B-1E7AD331F64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E659674A-935E-1694-B4C2-878915331658}"/>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a:extLst>
              <a:ext uri="{FF2B5EF4-FFF2-40B4-BE49-F238E27FC236}">
                <a16:creationId xmlns:a16="http://schemas.microsoft.com/office/drawing/2014/main" id="{7D6C96AB-AF9D-486B-57AC-597CE43EDD1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825E68AE-E657-2226-69C3-E37565C92D79}"/>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a:extLst>
              <a:ext uri="{FF2B5EF4-FFF2-40B4-BE49-F238E27FC236}">
                <a16:creationId xmlns:a16="http://schemas.microsoft.com/office/drawing/2014/main" id="{FD3A6AA6-7DB2-40A8-9D5B-04BA23C0D31F}"/>
              </a:ext>
            </a:extLst>
          </p:cNvPr>
          <p:cNvSpPr>
            <a:spLocks noGrp="1"/>
          </p:cNvSpPr>
          <p:nvPr>
            <p:ph type="dt" sz="half" idx="10"/>
          </p:nvPr>
        </p:nvSpPr>
        <p:spPr/>
        <p:txBody>
          <a:bodyPr/>
          <a:lstStyle/>
          <a:p>
            <a:fld id="{00E3B998-99E3-9040-93DC-7BBB5DABB624}" type="datetimeFigureOut">
              <a:rPr lang="es-ES" smtClean="0"/>
              <a:t>25/11/25</a:t>
            </a:fld>
            <a:endParaRPr lang="es-ES"/>
          </a:p>
        </p:txBody>
      </p:sp>
      <p:sp>
        <p:nvSpPr>
          <p:cNvPr id="8" name="Marcador de pie de página 7">
            <a:extLst>
              <a:ext uri="{FF2B5EF4-FFF2-40B4-BE49-F238E27FC236}">
                <a16:creationId xmlns:a16="http://schemas.microsoft.com/office/drawing/2014/main" id="{67FA8256-5B9E-E0B4-8B09-10BF948218FF}"/>
              </a:ext>
            </a:extLst>
          </p:cNvPr>
          <p:cNvSpPr>
            <a:spLocks noGrp="1"/>
          </p:cNvSpPr>
          <p:nvPr>
            <p:ph type="ftr" sz="quarter" idx="11"/>
          </p:nvPr>
        </p:nvSpPr>
        <p:spPr/>
        <p:txBody>
          <a:bodyPr/>
          <a:lstStyle/>
          <a:p>
            <a:endParaRPr lang="es-ES"/>
          </a:p>
        </p:txBody>
      </p:sp>
      <p:sp>
        <p:nvSpPr>
          <p:cNvPr id="9" name="Marcador de número de diapositiva 8">
            <a:extLst>
              <a:ext uri="{FF2B5EF4-FFF2-40B4-BE49-F238E27FC236}">
                <a16:creationId xmlns:a16="http://schemas.microsoft.com/office/drawing/2014/main" id="{811B383F-4396-6766-BEB5-B9C1FFAF1D0B}"/>
              </a:ext>
            </a:extLst>
          </p:cNvPr>
          <p:cNvSpPr>
            <a:spLocks noGrp="1"/>
          </p:cNvSpPr>
          <p:nvPr>
            <p:ph type="sldNum" sz="quarter" idx="12"/>
          </p:nvPr>
        </p:nvSpPr>
        <p:spPr/>
        <p:txBody>
          <a:bodyPr/>
          <a:lstStyle/>
          <a:p>
            <a:fld id="{6A0E03E9-5A1F-2448-A428-085AAFDF0A43}" type="slidenum">
              <a:rPr lang="es-ES" smtClean="0"/>
              <a:t>‹Nº›</a:t>
            </a:fld>
            <a:endParaRPr lang="es-ES"/>
          </a:p>
        </p:txBody>
      </p:sp>
    </p:spTree>
    <p:extLst>
      <p:ext uri="{BB962C8B-B14F-4D97-AF65-F5344CB8AC3E}">
        <p14:creationId xmlns:p14="http://schemas.microsoft.com/office/powerpoint/2010/main" val="33357570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74B2E90-DE9E-70FA-D5B7-4C33ABCAD8C2}"/>
              </a:ext>
            </a:extLst>
          </p:cNvPr>
          <p:cNvSpPr>
            <a:spLocks noGrp="1"/>
          </p:cNvSpPr>
          <p:nvPr>
            <p:ph type="title"/>
          </p:nvPr>
        </p:nvSpPr>
        <p:spPr/>
        <p:txBody>
          <a:bodyPr/>
          <a:lstStyle/>
          <a:p>
            <a:r>
              <a:rPr lang="es-ES"/>
              <a:t>Haga clic para modificar el estilo de título del patrón</a:t>
            </a:r>
          </a:p>
        </p:txBody>
      </p:sp>
      <p:sp>
        <p:nvSpPr>
          <p:cNvPr id="3" name="Marcador de fecha 2">
            <a:extLst>
              <a:ext uri="{FF2B5EF4-FFF2-40B4-BE49-F238E27FC236}">
                <a16:creationId xmlns:a16="http://schemas.microsoft.com/office/drawing/2014/main" id="{88618EB4-A5E2-A4B3-DDF9-5719B94F4418}"/>
              </a:ext>
            </a:extLst>
          </p:cNvPr>
          <p:cNvSpPr>
            <a:spLocks noGrp="1"/>
          </p:cNvSpPr>
          <p:nvPr>
            <p:ph type="dt" sz="half" idx="10"/>
          </p:nvPr>
        </p:nvSpPr>
        <p:spPr/>
        <p:txBody>
          <a:bodyPr/>
          <a:lstStyle/>
          <a:p>
            <a:fld id="{00E3B998-99E3-9040-93DC-7BBB5DABB624}" type="datetimeFigureOut">
              <a:rPr lang="es-ES" smtClean="0"/>
              <a:t>25/11/25</a:t>
            </a:fld>
            <a:endParaRPr lang="es-ES"/>
          </a:p>
        </p:txBody>
      </p:sp>
      <p:sp>
        <p:nvSpPr>
          <p:cNvPr id="4" name="Marcador de pie de página 3">
            <a:extLst>
              <a:ext uri="{FF2B5EF4-FFF2-40B4-BE49-F238E27FC236}">
                <a16:creationId xmlns:a16="http://schemas.microsoft.com/office/drawing/2014/main" id="{BF69217D-BA98-AE61-0183-8D99D1FA0E47}"/>
              </a:ext>
            </a:extLst>
          </p:cNvPr>
          <p:cNvSpPr>
            <a:spLocks noGrp="1"/>
          </p:cNvSpPr>
          <p:nvPr>
            <p:ph type="ftr" sz="quarter" idx="11"/>
          </p:nvPr>
        </p:nvSpPr>
        <p:spPr/>
        <p:txBody>
          <a:bodyPr/>
          <a:lstStyle/>
          <a:p>
            <a:endParaRPr lang="es-ES"/>
          </a:p>
        </p:txBody>
      </p:sp>
      <p:sp>
        <p:nvSpPr>
          <p:cNvPr id="5" name="Marcador de número de diapositiva 4">
            <a:extLst>
              <a:ext uri="{FF2B5EF4-FFF2-40B4-BE49-F238E27FC236}">
                <a16:creationId xmlns:a16="http://schemas.microsoft.com/office/drawing/2014/main" id="{642EEFA4-9BD4-A109-7BF2-9FB38F0AEB5B}"/>
              </a:ext>
            </a:extLst>
          </p:cNvPr>
          <p:cNvSpPr>
            <a:spLocks noGrp="1"/>
          </p:cNvSpPr>
          <p:nvPr>
            <p:ph type="sldNum" sz="quarter" idx="12"/>
          </p:nvPr>
        </p:nvSpPr>
        <p:spPr/>
        <p:txBody>
          <a:bodyPr/>
          <a:lstStyle/>
          <a:p>
            <a:fld id="{6A0E03E9-5A1F-2448-A428-085AAFDF0A43}" type="slidenum">
              <a:rPr lang="es-ES" smtClean="0"/>
              <a:t>‹Nº›</a:t>
            </a:fld>
            <a:endParaRPr lang="es-ES"/>
          </a:p>
        </p:txBody>
      </p:sp>
    </p:spTree>
    <p:extLst>
      <p:ext uri="{BB962C8B-B14F-4D97-AF65-F5344CB8AC3E}">
        <p14:creationId xmlns:p14="http://schemas.microsoft.com/office/powerpoint/2010/main" val="22446506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9D85D7FC-20B2-580E-1A19-82E1B0CF6B4B}"/>
              </a:ext>
            </a:extLst>
          </p:cNvPr>
          <p:cNvSpPr>
            <a:spLocks noGrp="1"/>
          </p:cNvSpPr>
          <p:nvPr>
            <p:ph type="dt" sz="half" idx="10"/>
          </p:nvPr>
        </p:nvSpPr>
        <p:spPr/>
        <p:txBody>
          <a:bodyPr/>
          <a:lstStyle/>
          <a:p>
            <a:fld id="{00E3B998-99E3-9040-93DC-7BBB5DABB624}" type="datetimeFigureOut">
              <a:rPr lang="es-ES" smtClean="0"/>
              <a:t>25/11/25</a:t>
            </a:fld>
            <a:endParaRPr lang="es-ES"/>
          </a:p>
        </p:txBody>
      </p:sp>
      <p:sp>
        <p:nvSpPr>
          <p:cNvPr id="3" name="Marcador de pie de página 2">
            <a:extLst>
              <a:ext uri="{FF2B5EF4-FFF2-40B4-BE49-F238E27FC236}">
                <a16:creationId xmlns:a16="http://schemas.microsoft.com/office/drawing/2014/main" id="{0B61D5F8-6EA0-30AF-B244-E296F74A6E8E}"/>
              </a:ext>
            </a:extLst>
          </p:cNvPr>
          <p:cNvSpPr>
            <a:spLocks noGrp="1"/>
          </p:cNvSpPr>
          <p:nvPr>
            <p:ph type="ftr" sz="quarter" idx="11"/>
          </p:nvPr>
        </p:nvSpPr>
        <p:spPr/>
        <p:txBody>
          <a:bodyPr/>
          <a:lstStyle/>
          <a:p>
            <a:endParaRPr lang="es-ES"/>
          </a:p>
        </p:txBody>
      </p:sp>
      <p:sp>
        <p:nvSpPr>
          <p:cNvPr id="4" name="Marcador de número de diapositiva 3">
            <a:extLst>
              <a:ext uri="{FF2B5EF4-FFF2-40B4-BE49-F238E27FC236}">
                <a16:creationId xmlns:a16="http://schemas.microsoft.com/office/drawing/2014/main" id="{6E7176C4-F5A0-3BFA-B388-E08BD8EC9C04}"/>
              </a:ext>
            </a:extLst>
          </p:cNvPr>
          <p:cNvSpPr>
            <a:spLocks noGrp="1"/>
          </p:cNvSpPr>
          <p:nvPr>
            <p:ph type="sldNum" sz="quarter" idx="12"/>
          </p:nvPr>
        </p:nvSpPr>
        <p:spPr/>
        <p:txBody>
          <a:bodyPr/>
          <a:lstStyle/>
          <a:p>
            <a:fld id="{6A0E03E9-5A1F-2448-A428-085AAFDF0A43}" type="slidenum">
              <a:rPr lang="es-ES" smtClean="0"/>
              <a:t>‹Nº›</a:t>
            </a:fld>
            <a:endParaRPr lang="es-ES"/>
          </a:p>
        </p:txBody>
      </p:sp>
    </p:spTree>
    <p:extLst>
      <p:ext uri="{BB962C8B-B14F-4D97-AF65-F5344CB8AC3E}">
        <p14:creationId xmlns:p14="http://schemas.microsoft.com/office/powerpoint/2010/main" val="784373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FD6C468-4DAD-16B7-D95A-862A17151F00}"/>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DB3F382A-0DBC-9D12-C159-40EBAD95927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a:extLst>
              <a:ext uri="{FF2B5EF4-FFF2-40B4-BE49-F238E27FC236}">
                <a16:creationId xmlns:a16="http://schemas.microsoft.com/office/drawing/2014/main" id="{FA344BFF-C557-1B96-9727-E3DC10A45F5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4D45CF46-82B3-D495-983E-C67BDA5BBEFD}"/>
              </a:ext>
            </a:extLst>
          </p:cNvPr>
          <p:cNvSpPr>
            <a:spLocks noGrp="1"/>
          </p:cNvSpPr>
          <p:nvPr>
            <p:ph type="dt" sz="half" idx="10"/>
          </p:nvPr>
        </p:nvSpPr>
        <p:spPr/>
        <p:txBody>
          <a:bodyPr/>
          <a:lstStyle/>
          <a:p>
            <a:fld id="{00E3B998-99E3-9040-93DC-7BBB5DABB624}" type="datetimeFigureOut">
              <a:rPr lang="es-ES" smtClean="0"/>
              <a:t>25/11/25</a:t>
            </a:fld>
            <a:endParaRPr lang="es-ES"/>
          </a:p>
        </p:txBody>
      </p:sp>
      <p:sp>
        <p:nvSpPr>
          <p:cNvPr id="6" name="Marcador de pie de página 5">
            <a:extLst>
              <a:ext uri="{FF2B5EF4-FFF2-40B4-BE49-F238E27FC236}">
                <a16:creationId xmlns:a16="http://schemas.microsoft.com/office/drawing/2014/main" id="{A7A2DA0E-AF19-4D07-CBED-B3D4C9C4DDE2}"/>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877BB436-697B-7FBF-1A16-58EF64211835}"/>
              </a:ext>
            </a:extLst>
          </p:cNvPr>
          <p:cNvSpPr>
            <a:spLocks noGrp="1"/>
          </p:cNvSpPr>
          <p:nvPr>
            <p:ph type="sldNum" sz="quarter" idx="12"/>
          </p:nvPr>
        </p:nvSpPr>
        <p:spPr/>
        <p:txBody>
          <a:bodyPr/>
          <a:lstStyle/>
          <a:p>
            <a:fld id="{6A0E03E9-5A1F-2448-A428-085AAFDF0A43}" type="slidenum">
              <a:rPr lang="es-ES" smtClean="0"/>
              <a:t>‹Nº›</a:t>
            </a:fld>
            <a:endParaRPr lang="es-ES"/>
          </a:p>
        </p:txBody>
      </p:sp>
    </p:spTree>
    <p:extLst>
      <p:ext uri="{BB962C8B-B14F-4D97-AF65-F5344CB8AC3E}">
        <p14:creationId xmlns:p14="http://schemas.microsoft.com/office/powerpoint/2010/main" val="1469184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40195AB-0EE7-A6C6-37C3-130829E60942}"/>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posición de imagen 2">
            <a:extLst>
              <a:ext uri="{FF2B5EF4-FFF2-40B4-BE49-F238E27FC236}">
                <a16:creationId xmlns:a16="http://schemas.microsoft.com/office/drawing/2014/main" id="{A0FF89A3-E7FE-0793-41BC-DA58E0287FE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a:extLst>
              <a:ext uri="{FF2B5EF4-FFF2-40B4-BE49-F238E27FC236}">
                <a16:creationId xmlns:a16="http://schemas.microsoft.com/office/drawing/2014/main" id="{C0B7ACB4-BB95-392D-00CD-545B0C75DB2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8890F0DF-0E15-5414-1289-ABA942592774}"/>
              </a:ext>
            </a:extLst>
          </p:cNvPr>
          <p:cNvSpPr>
            <a:spLocks noGrp="1"/>
          </p:cNvSpPr>
          <p:nvPr>
            <p:ph type="dt" sz="half" idx="10"/>
          </p:nvPr>
        </p:nvSpPr>
        <p:spPr/>
        <p:txBody>
          <a:bodyPr/>
          <a:lstStyle/>
          <a:p>
            <a:fld id="{00E3B998-99E3-9040-93DC-7BBB5DABB624}" type="datetimeFigureOut">
              <a:rPr lang="es-ES" smtClean="0"/>
              <a:t>25/11/25</a:t>
            </a:fld>
            <a:endParaRPr lang="es-ES"/>
          </a:p>
        </p:txBody>
      </p:sp>
      <p:sp>
        <p:nvSpPr>
          <p:cNvPr id="6" name="Marcador de pie de página 5">
            <a:extLst>
              <a:ext uri="{FF2B5EF4-FFF2-40B4-BE49-F238E27FC236}">
                <a16:creationId xmlns:a16="http://schemas.microsoft.com/office/drawing/2014/main" id="{1CEE80BB-1CDC-8610-EEC2-DA2FC3A3B0FD}"/>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BAE3D551-A7E5-4B18-B11F-6BFC640862E0}"/>
              </a:ext>
            </a:extLst>
          </p:cNvPr>
          <p:cNvSpPr>
            <a:spLocks noGrp="1"/>
          </p:cNvSpPr>
          <p:nvPr>
            <p:ph type="sldNum" sz="quarter" idx="12"/>
          </p:nvPr>
        </p:nvSpPr>
        <p:spPr/>
        <p:txBody>
          <a:bodyPr/>
          <a:lstStyle/>
          <a:p>
            <a:fld id="{6A0E03E9-5A1F-2448-A428-085AAFDF0A43}" type="slidenum">
              <a:rPr lang="es-ES" smtClean="0"/>
              <a:t>‹Nº›</a:t>
            </a:fld>
            <a:endParaRPr lang="es-ES"/>
          </a:p>
        </p:txBody>
      </p:sp>
    </p:spTree>
    <p:extLst>
      <p:ext uri="{BB962C8B-B14F-4D97-AF65-F5344CB8AC3E}">
        <p14:creationId xmlns:p14="http://schemas.microsoft.com/office/powerpoint/2010/main" val="3222959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C54201B-3BA1-F48E-55C0-772AB21FD979}"/>
              </a:ext>
            </a:extLst>
          </p:cNvPr>
          <p:cNvSpPr>
            <a:spLocks noGrp="1"/>
          </p:cNvSpPr>
          <p:nvPr>
            <p:ph type="title"/>
          </p:nvPr>
        </p:nvSpPr>
        <p:spPr/>
        <p:txBody>
          <a:bodyPr/>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AB466327-C746-379C-C2C9-8388795DE6DD}"/>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63D2BA49-4B16-C87F-A050-FB3FDB8DE847}"/>
              </a:ext>
            </a:extLst>
          </p:cNvPr>
          <p:cNvSpPr>
            <a:spLocks noGrp="1"/>
          </p:cNvSpPr>
          <p:nvPr>
            <p:ph type="dt" sz="half" idx="10"/>
          </p:nvPr>
        </p:nvSpPr>
        <p:spPr/>
        <p:txBody>
          <a:bodyPr/>
          <a:lstStyle/>
          <a:p>
            <a:fld id="{00E3B998-99E3-9040-93DC-7BBB5DABB624}" type="datetimeFigureOut">
              <a:rPr lang="es-ES" smtClean="0"/>
              <a:t>25/11/25</a:t>
            </a:fld>
            <a:endParaRPr lang="es-ES"/>
          </a:p>
        </p:txBody>
      </p:sp>
      <p:sp>
        <p:nvSpPr>
          <p:cNvPr id="5" name="Marcador de pie de página 4">
            <a:extLst>
              <a:ext uri="{FF2B5EF4-FFF2-40B4-BE49-F238E27FC236}">
                <a16:creationId xmlns:a16="http://schemas.microsoft.com/office/drawing/2014/main" id="{C09F96A3-9241-8BA5-9237-E2532E131B51}"/>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644296C4-913F-C118-0288-EED6E09DE603}"/>
              </a:ext>
            </a:extLst>
          </p:cNvPr>
          <p:cNvSpPr>
            <a:spLocks noGrp="1"/>
          </p:cNvSpPr>
          <p:nvPr>
            <p:ph type="sldNum" sz="quarter" idx="12"/>
          </p:nvPr>
        </p:nvSpPr>
        <p:spPr/>
        <p:txBody>
          <a:bodyPr/>
          <a:lstStyle/>
          <a:p>
            <a:fld id="{6A0E03E9-5A1F-2448-A428-085AAFDF0A43}" type="slidenum">
              <a:rPr lang="es-ES" smtClean="0"/>
              <a:t>‹Nº›</a:t>
            </a:fld>
            <a:endParaRPr lang="es-ES"/>
          </a:p>
        </p:txBody>
      </p:sp>
    </p:spTree>
    <p:extLst>
      <p:ext uri="{BB962C8B-B14F-4D97-AF65-F5344CB8AC3E}">
        <p14:creationId xmlns:p14="http://schemas.microsoft.com/office/powerpoint/2010/main" val="11391991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B538E399-EBC3-C09A-4AD0-FFB527065E89}"/>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48807AC3-F274-4416-44FE-4D35C2D402DB}"/>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24CB44F3-1183-4B6D-02C8-BBD0C6C2DFC3}"/>
              </a:ext>
            </a:extLst>
          </p:cNvPr>
          <p:cNvSpPr>
            <a:spLocks noGrp="1"/>
          </p:cNvSpPr>
          <p:nvPr>
            <p:ph type="dt" sz="half" idx="10"/>
          </p:nvPr>
        </p:nvSpPr>
        <p:spPr/>
        <p:txBody>
          <a:bodyPr/>
          <a:lstStyle/>
          <a:p>
            <a:fld id="{00E3B998-99E3-9040-93DC-7BBB5DABB624}" type="datetimeFigureOut">
              <a:rPr lang="es-ES" smtClean="0"/>
              <a:t>25/11/25</a:t>
            </a:fld>
            <a:endParaRPr lang="es-ES"/>
          </a:p>
        </p:txBody>
      </p:sp>
      <p:sp>
        <p:nvSpPr>
          <p:cNvPr id="5" name="Marcador de pie de página 4">
            <a:extLst>
              <a:ext uri="{FF2B5EF4-FFF2-40B4-BE49-F238E27FC236}">
                <a16:creationId xmlns:a16="http://schemas.microsoft.com/office/drawing/2014/main" id="{5FF5F108-7C2E-12FC-A3C6-8311231AB843}"/>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B9CCE8A0-66EA-AE35-66C6-04F4B24AC6FF}"/>
              </a:ext>
            </a:extLst>
          </p:cNvPr>
          <p:cNvSpPr>
            <a:spLocks noGrp="1"/>
          </p:cNvSpPr>
          <p:nvPr>
            <p:ph type="sldNum" sz="quarter" idx="12"/>
          </p:nvPr>
        </p:nvSpPr>
        <p:spPr/>
        <p:txBody>
          <a:bodyPr/>
          <a:lstStyle/>
          <a:p>
            <a:fld id="{6A0E03E9-5A1F-2448-A428-085AAFDF0A43}" type="slidenum">
              <a:rPr lang="es-ES" smtClean="0"/>
              <a:t>‹Nº›</a:t>
            </a:fld>
            <a:endParaRPr lang="es-ES"/>
          </a:p>
        </p:txBody>
      </p:sp>
    </p:spTree>
    <p:extLst>
      <p:ext uri="{BB962C8B-B14F-4D97-AF65-F5344CB8AC3E}">
        <p14:creationId xmlns:p14="http://schemas.microsoft.com/office/powerpoint/2010/main" val="8524725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DC4225DF-5723-AEDF-7141-0E2866954A8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C1B44452-F4C9-5B02-7277-E07D87BDD52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52C8BE86-D742-A110-A00B-1869F8D835A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0E3B998-99E3-9040-93DC-7BBB5DABB624}" type="datetimeFigureOut">
              <a:rPr lang="es-ES" smtClean="0"/>
              <a:t>25/11/25</a:t>
            </a:fld>
            <a:endParaRPr lang="es-ES"/>
          </a:p>
        </p:txBody>
      </p:sp>
      <p:sp>
        <p:nvSpPr>
          <p:cNvPr id="5" name="Marcador de pie de página 4">
            <a:extLst>
              <a:ext uri="{FF2B5EF4-FFF2-40B4-BE49-F238E27FC236}">
                <a16:creationId xmlns:a16="http://schemas.microsoft.com/office/drawing/2014/main" id="{AD8153C2-CB5B-3804-6621-485F28638B1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ES"/>
          </a:p>
        </p:txBody>
      </p:sp>
      <p:sp>
        <p:nvSpPr>
          <p:cNvPr id="6" name="Marcador de número de diapositiva 5">
            <a:extLst>
              <a:ext uri="{FF2B5EF4-FFF2-40B4-BE49-F238E27FC236}">
                <a16:creationId xmlns:a16="http://schemas.microsoft.com/office/drawing/2014/main" id="{CA3E7142-D459-9FA2-1E23-07E3B76D650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A0E03E9-5A1F-2448-A428-085AAFDF0A43}" type="slidenum">
              <a:rPr lang="es-ES" smtClean="0"/>
              <a:t>‹Nº›</a:t>
            </a:fld>
            <a:endParaRPr lang="es-ES"/>
          </a:p>
        </p:txBody>
      </p:sp>
    </p:spTree>
    <p:extLst>
      <p:ext uri="{BB962C8B-B14F-4D97-AF65-F5344CB8AC3E}">
        <p14:creationId xmlns:p14="http://schemas.microsoft.com/office/powerpoint/2010/main" val="11059887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diagramQuickStyle" Target="../diagrams/quickStyle1.xml"/><Relationship Id="rId3" Type="http://schemas.openxmlformats.org/officeDocument/2006/relationships/image" Target="../media/image4.png"/><Relationship Id="rId7" Type="http://schemas.openxmlformats.org/officeDocument/2006/relationships/diagramLayout" Target="../diagrams/layout1.xm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diagramData" Target="../diagrams/data1.xml"/><Relationship Id="rId5" Type="http://schemas.openxmlformats.org/officeDocument/2006/relationships/image" Target="../media/image6.png"/><Relationship Id="rId10" Type="http://schemas.microsoft.com/office/2007/relationships/diagramDrawing" Target="../diagrams/drawing1.xml"/><Relationship Id="rId4" Type="http://schemas.openxmlformats.org/officeDocument/2006/relationships/image" Target="../media/image5.png"/><Relationship Id="rId9" Type="http://schemas.openxmlformats.org/officeDocument/2006/relationships/diagramColors" Target="../diagrams/colors1.xml"/></Relationships>
</file>

<file path=ppt/slides/_rels/slide3.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diagramLayout" Target="../diagrams/layout2.xml"/><Relationship Id="rId7" Type="http://schemas.openxmlformats.org/officeDocument/2006/relationships/image" Target="../media/image3.png"/><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10" Type="http://schemas.openxmlformats.org/officeDocument/2006/relationships/image" Target="../media/image6.png"/><Relationship Id="rId4" Type="http://schemas.openxmlformats.org/officeDocument/2006/relationships/diagramQuickStyle" Target="../diagrams/quickStyle2.xml"/><Relationship Id="rId9"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3.xml"/><Relationship Id="rId7" Type="http://schemas.openxmlformats.org/officeDocument/2006/relationships/image" Target="../media/image17.png"/><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0A37499-16AA-FC41-CE6B-EFD6E26C3A04}"/>
              </a:ext>
            </a:extLst>
          </p:cNvPr>
          <p:cNvSpPr>
            <a:spLocks noGrp="1"/>
          </p:cNvSpPr>
          <p:nvPr>
            <p:ph type="ctrTitle"/>
          </p:nvPr>
        </p:nvSpPr>
        <p:spPr/>
        <p:txBody>
          <a:bodyPr>
            <a:normAutofit fontScale="90000"/>
          </a:bodyPr>
          <a:lstStyle/>
          <a:p>
            <a:r>
              <a:rPr lang="es-ES" b="1" dirty="0"/>
              <a:t>PROGRAMACIÓN Y OPTIMIZACIÓN DE CÓDIGOS CUDA EN GPUS DE NVIDIA</a:t>
            </a:r>
            <a:endParaRPr lang="es-ES" dirty="0"/>
          </a:p>
        </p:txBody>
      </p:sp>
      <p:sp>
        <p:nvSpPr>
          <p:cNvPr id="3" name="Subtítulo 2">
            <a:extLst>
              <a:ext uri="{FF2B5EF4-FFF2-40B4-BE49-F238E27FC236}">
                <a16:creationId xmlns:a16="http://schemas.microsoft.com/office/drawing/2014/main" id="{32347924-1605-E79C-373E-C82B858F92F4}"/>
              </a:ext>
            </a:extLst>
          </p:cNvPr>
          <p:cNvSpPr>
            <a:spLocks noGrp="1"/>
          </p:cNvSpPr>
          <p:nvPr>
            <p:ph type="subTitle" idx="1"/>
          </p:nvPr>
        </p:nvSpPr>
        <p:spPr/>
        <p:txBody>
          <a:bodyPr/>
          <a:lstStyle/>
          <a:p>
            <a:r>
              <a:rPr lang="es-ES" dirty="0"/>
              <a:t>Adrián Castelló</a:t>
            </a:r>
          </a:p>
        </p:txBody>
      </p:sp>
      <p:pic>
        <p:nvPicPr>
          <p:cNvPr id="7" name="Imagen 6">
            <a:extLst>
              <a:ext uri="{FF2B5EF4-FFF2-40B4-BE49-F238E27FC236}">
                <a16:creationId xmlns:a16="http://schemas.microsoft.com/office/drawing/2014/main" id="{8C53FD68-0727-FFA6-F598-031138C7D5A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949959" y="5257800"/>
            <a:ext cx="3871916" cy="1202689"/>
          </a:xfrm>
          <a:prstGeom prst="rect">
            <a:avLst/>
          </a:prstGeom>
          <a:noFill/>
          <a:ln>
            <a:noFill/>
          </a:ln>
        </p:spPr>
      </p:pic>
      <p:pic>
        <p:nvPicPr>
          <p:cNvPr id="8" name="Imagen 7">
            <a:extLst>
              <a:ext uri="{FF2B5EF4-FFF2-40B4-BE49-F238E27FC236}">
                <a16:creationId xmlns:a16="http://schemas.microsoft.com/office/drawing/2014/main" id="{729341D9-6BC3-1D67-2DDA-3B6C5A18D989}"/>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306305" y="5079681"/>
            <a:ext cx="3935736" cy="1311912"/>
          </a:xfrm>
          <a:prstGeom prst="rect">
            <a:avLst/>
          </a:prstGeom>
          <a:noFill/>
          <a:ln>
            <a:noFill/>
          </a:ln>
        </p:spPr>
      </p:pic>
    </p:spTree>
    <p:extLst>
      <p:ext uri="{BB962C8B-B14F-4D97-AF65-F5344CB8AC3E}">
        <p14:creationId xmlns:p14="http://schemas.microsoft.com/office/powerpoint/2010/main" val="38747746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7FB0B8A-C850-083D-43EB-30F828FF1240}"/>
              </a:ext>
            </a:extLst>
          </p:cNvPr>
          <p:cNvSpPr>
            <a:spLocks noGrp="1"/>
          </p:cNvSpPr>
          <p:nvPr>
            <p:ph type="title"/>
          </p:nvPr>
        </p:nvSpPr>
        <p:spPr/>
        <p:txBody>
          <a:bodyPr/>
          <a:lstStyle/>
          <a:p>
            <a:r>
              <a:rPr lang="es-ES" dirty="0"/>
              <a:t>Motivación</a:t>
            </a:r>
          </a:p>
        </p:txBody>
      </p:sp>
      <p:grpSp>
        <p:nvGrpSpPr>
          <p:cNvPr id="6" name="Grupo 5">
            <a:extLst>
              <a:ext uri="{FF2B5EF4-FFF2-40B4-BE49-F238E27FC236}">
                <a16:creationId xmlns:a16="http://schemas.microsoft.com/office/drawing/2014/main" id="{4692B968-A18A-4D5D-A97F-DA548D407E89}"/>
              </a:ext>
            </a:extLst>
          </p:cNvPr>
          <p:cNvGrpSpPr/>
          <p:nvPr/>
        </p:nvGrpSpPr>
        <p:grpSpPr>
          <a:xfrm>
            <a:off x="996927" y="4537730"/>
            <a:ext cx="3169757" cy="2049134"/>
            <a:chOff x="4616479" y="2272428"/>
            <a:chExt cx="4434032" cy="2866443"/>
          </a:xfrm>
        </p:grpSpPr>
        <p:pic>
          <p:nvPicPr>
            <p:cNvPr id="7" name="Imagen 6">
              <a:extLst>
                <a:ext uri="{FF2B5EF4-FFF2-40B4-BE49-F238E27FC236}">
                  <a16:creationId xmlns:a16="http://schemas.microsoft.com/office/drawing/2014/main" id="{32094F99-ADF3-4D41-D671-5292988B6246}"/>
                </a:ext>
              </a:extLst>
            </p:cNvPr>
            <p:cNvPicPr>
              <a:picLocks noChangeAspect="1"/>
            </p:cNvPicPr>
            <p:nvPr/>
          </p:nvPicPr>
          <p:blipFill>
            <a:blip r:embed="rId2"/>
            <a:stretch>
              <a:fillRect/>
            </a:stretch>
          </p:blipFill>
          <p:spPr>
            <a:xfrm>
              <a:off x="4616479" y="2430413"/>
              <a:ext cx="2077479" cy="2077479"/>
            </a:xfrm>
            <a:prstGeom prst="rect">
              <a:avLst/>
            </a:prstGeom>
          </p:spPr>
        </p:pic>
        <p:pic>
          <p:nvPicPr>
            <p:cNvPr id="9" name="Imagen 8">
              <a:extLst>
                <a:ext uri="{FF2B5EF4-FFF2-40B4-BE49-F238E27FC236}">
                  <a16:creationId xmlns:a16="http://schemas.microsoft.com/office/drawing/2014/main" id="{38470686-3F66-0EFC-104F-7FFFEB596390}"/>
                </a:ext>
              </a:extLst>
            </p:cNvPr>
            <p:cNvPicPr>
              <a:picLocks noChangeAspect="1"/>
            </p:cNvPicPr>
            <p:nvPr/>
          </p:nvPicPr>
          <p:blipFill>
            <a:blip r:embed="rId3"/>
            <a:stretch>
              <a:fillRect/>
            </a:stretch>
          </p:blipFill>
          <p:spPr>
            <a:xfrm rot="2700000">
              <a:off x="7667270" y="3755630"/>
              <a:ext cx="1383241" cy="1383241"/>
            </a:xfrm>
            <a:prstGeom prst="rect">
              <a:avLst/>
            </a:prstGeom>
          </p:spPr>
        </p:pic>
        <p:pic>
          <p:nvPicPr>
            <p:cNvPr id="10" name="Imagen 9">
              <a:extLst>
                <a:ext uri="{FF2B5EF4-FFF2-40B4-BE49-F238E27FC236}">
                  <a16:creationId xmlns:a16="http://schemas.microsoft.com/office/drawing/2014/main" id="{1B25EC18-496E-C0FB-3F9D-4D35402838DB}"/>
                </a:ext>
              </a:extLst>
            </p:cNvPr>
            <p:cNvPicPr>
              <a:picLocks noChangeAspect="1"/>
            </p:cNvPicPr>
            <p:nvPr/>
          </p:nvPicPr>
          <p:blipFill>
            <a:blip r:embed="rId4"/>
            <a:stretch>
              <a:fillRect/>
            </a:stretch>
          </p:blipFill>
          <p:spPr>
            <a:xfrm rot="5400000">
              <a:off x="7701740" y="2272427"/>
              <a:ext cx="1222426" cy="1222428"/>
            </a:xfrm>
            <a:prstGeom prst="rect">
              <a:avLst/>
            </a:prstGeom>
          </p:spPr>
        </p:pic>
        <p:sp>
          <p:nvSpPr>
            <p:cNvPr id="11" name="Rectángulo redondeado 10">
              <a:extLst>
                <a:ext uri="{FF2B5EF4-FFF2-40B4-BE49-F238E27FC236}">
                  <a16:creationId xmlns:a16="http://schemas.microsoft.com/office/drawing/2014/main" id="{8339E106-281B-EF36-6165-8C3E143999E1}"/>
                </a:ext>
              </a:extLst>
            </p:cNvPr>
            <p:cNvSpPr/>
            <p:nvPr/>
          </p:nvSpPr>
          <p:spPr>
            <a:xfrm>
              <a:off x="6873444" y="2288122"/>
              <a:ext cx="358346" cy="2362058"/>
            </a:xfrm>
            <a:prstGeom prst="roundRect">
              <a:avLst/>
            </a:prstGeom>
            <a:solidFill>
              <a:schemeClr val="accent1">
                <a:lumMod val="60000"/>
                <a:lumOff val="40000"/>
              </a:schemeClr>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dirty="0"/>
                <a:t>PCI</a:t>
              </a:r>
            </a:p>
          </p:txBody>
        </p:sp>
        <p:sp>
          <p:nvSpPr>
            <p:cNvPr id="12" name="Flecha izquierda y derecha 11">
              <a:extLst>
                <a:ext uri="{FF2B5EF4-FFF2-40B4-BE49-F238E27FC236}">
                  <a16:creationId xmlns:a16="http://schemas.microsoft.com/office/drawing/2014/main" id="{4B127CEE-4B7D-861B-16FE-EB431F8DA7E7}"/>
                </a:ext>
              </a:extLst>
            </p:cNvPr>
            <p:cNvSpPr/>
            <p:nvPr/>
          </p:nvSpPr>
          <p:spPr>
            <a:xfrm>
              <a:off x="6420638" y="3364047"/>
              <a:ext cx="422232" cy="212437"/>
            </a:xfrm>
            <a:prstGeom prst="leftRightArrow">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lecha izquierda y derecha 12">
              <a:extLst>
                <a:ext uri="{FF2B5EF4-FFF2-40B4-BE49-F238E27FC236}">
                  <a16:creationId xmlns:a16="http://schemas.microsoft.com/office/drawing/2014/main" id="{9473DB7E-F34F-1A23-3680-336E4C568ECD}"/>
                </a:ext>
              </a:extLst>
            </p:cNvPr>
            <p:cNvSpPr/>
            <p:nvPr/>
          </p:nvSpPr>
          <p:spPr>
            <a:xfrm>
              <a:off x="7247077" y="4341031"/>
              <a:ext cx="422232" cy="212437"/>
            </a:xfrm>
            <a:prstGeom prst="leftRightArrow">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lecha izquierda y derecha 13">
              <a:extLst>
                <a:ext uri="{FF2B5EF4-FFF2-40B4-BE49-F238E27FC236}">
                  <a16:creationId xmlns:a16="http://schemas.microsoft.com/office/drawing/2014/main" id="{ABDA1EF4-0EEE-FDC6-3D0A-16B91E38AA3E}"/>
                </a:ext>
              </a:extLst>
            </p:cNvPr>
            <p:cNvSpPr/>
            <p:nvPr/>
          </p:nvSpPr>
          <p:spPr>
            <a:xfrm>
              <a:off x="7262365" y="2884776"/>
              <a:ext cx="422232" cy="212437"/>
            </a:xfrm>
            <a:prstGeom prst="leftRightArrow">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 name="Grupo 15">
            <a:extLst>
              <a:ext uri="{FF2B5EF4-FFF2-40B4-BE49-F238E27FC236}">
                <a16:creationId xmlns:a16="http://schemas.microsoft.com/office/drawing/2014/main" id="{1C27F1D7-2E0C-EB02-BC6A-D2364B64B39D}"/>
              </a:ext>
            </a:extLst>
          </p:cNvPr>
          <p:cNvGrpSpPr/>
          <p:nvPr/>
        </p:nvGrpSpPr>
        <p:grpSpPr>
          <a:xfrm>
            <a:off x="6440652" y="4199079"/>
            <a:ext cx="3082194" cy="2377139"/>
            <a:chOff x="4616479" y="1719128"/>
            <a:chExt cx="4434032" cy="3419743"/>
          </a:xfrm>
        </p:grpSpPr>
        <p:pic>
          <p:nvPicPr>
            <p:cNvPr id="17" name="Imagen 16">
              <a:extLst>
                <a:ext uri="{FF2B5EF4-FFF2-40B4-BE49-F238E27FC236}">
                  <a16:creationId xmlns:a16="http://schemas.microsoft.com/office/drawing/2014/main" id="{58B0269F-0050-DE87-C194-2D1F2A17A742}"/>
                </a:ext>
              </a:extLst>
            </p:cNvPr>
            <p:cNvPicPr>
              <a:picLocks noChangeAspect="1"/>
            </p:cNvPicPr>
            <p:nvPr/>
          </p:nvPicPr>
          <p:blipFill>
            <a:blip r:embed="rId2"/>
            <a:stretch>
              <a:fillRect/>
            </a:stretch>
          </p:blipFill>
          <p:spPr>
            <a:xfrm>
              <a:off x="4616479" y="2430413"/>
              <a:ext cx="2077479" cy="2077479"/>
            </a:xfrm>
            <a:prstGeom prst="rect">
              <a:avLst/>
            </a:prstGeom>
          </p:spPr>
        </p:pic>
        <p:pic>
          <p:nvPicPr>
            <p:cNvPr id="18" name="Imagen 17">
              <a:extLst>
                <a:ext uri="{FF2B5EF4-FFF2-40B4-BE49-F238E27FC236}">
                  <a16:creationId xmlns:a16="http://schemas.microsoft.com/office/drawing/2014/main" id="{43EA0D86-20F8-CA42-A95C-9413CD117059}"/>
                </a:ext>
              </a:extLst>
            </p:cNvPr>
            <p:cNvPicPr>
              <a:picLocks noChangeAspect="1"/>
            </p:cNvPicPr>
            <p:nvPr/>
          </p:nvPicPr>
          <p:blipFill>
            <a:blip r:embed="rId5"/>
            <a:stretch>
              <a:fillRect/>
            </a:stretch>
          </p:blipFill>
          <p:spPr>
            <a:xfrm>
              <a:off x="7584527" y="1719128"/>
              <a:ext cx="1422570" cy="1422570"/>
            </a:xfrm>
            <a:prstGeom prst="rect">
              <a:avLst/>
            </a:prstGeom>
          </p:spPr>
        </p:pic>
        <p:pic>
          <p:nvPicPr>
            <p:cNvPr id="19" name="Imagen 18">
              <a:extLst>
                <a:ext uri="{FF2B5EF4-FFF2-40B4-BE49-F238E27FC236}">
                  <a16:creationId xmlns:a16="http://schemas.microsoft.com/office/drawing/2014/main" id="{CDD0CC28-1394-6426-A414-32D2D5DBF177}"/>
                </a:ext>
              </a:extLst>
            </p:cNvPr>
            <p:cNvPicPr>
              <a:picLocks noChangeAspect="1"/>
            </p:cNvPicPr>
            <p:nvPr/>
          </p:nvPicPr>
          <p:blipFill>
            <a:blip r:embed="rId3"/>
            <a:stretch>
              <a:fillRect/>
            </a:stretch>
          </p:blipFill>
          <p:spPr>
            <a:xfrm rot="2700000">
              <a:off x="7667270" y="3755630"/>
              <a:ext cx="1383241" cy="1383241"/>
            </a:xfrm>
            <a:prstGeom prst="rect">
              <a:avLst/>
            </a:prstGeom>
          </p:spPr>
        </p:pic>
        <p:pic>
          <p:nvPicPr>
            <p:cNvPr id="20" name="Imagen 19">
              <a:extLst>
                <a:ext uri="{FF2B5EF4-FFF2-40B4-BE49-F238E27FC236}">
                  <a16:creationId xmlns:a16="http://schemas.microsoft.com/office/drawing/2014/main" id="{9D8A43C9-394D-0344-F20F-87EE5B61D41F}"/>
                </a:ext>
              </a:extLst>
            </p:cNvPr>
            <p:cNvPicPr>
              <a:picLocks noChangeAspect="1"/>
            </p:cNvPicPr>
            <p:nvPr/>
          </p:nvPicPr>
          <p:blipFill>
            <a:blip r:embed="rId4"/>
            <a:stretch>
              <a:fillRect/>
            </a:stretch>
          </p:blipFill>
          <p:spPr>
            <a:xfrm rot="5400000">
              <a:off x="7684596" y="2793461"/>
              <a:ext cx="1222427" cy="1222427"/>
            </a:xfrm>
            <a:prstGeom prst="rect">
              <a:avLst/>
            </a:prstGeom>
          </p:spPr>
        </p:pic>
        <p:sp>
          <p:nvSpPr>
            <p:cNvPr id="21" name="Rectángulo redondeado 20">
              <a:extLst>
                <a:ext uri="{FF2B5EF4-FFF2-40B4-BE49-F238E27FC236}">
                  <a16:creationId xmlns:a16="http://schemas.microsoft.com/office/drawing/2014/main" id="{386849EB-BC84-14AD-31BC-6E3957D2440A}"/>
                </a:ext>
              </a:extLst>
            </p:cNvPr>
            <p:cNvSpPr/>
            <p:nvPr/>
          </p:nvSpPr>
          <p:spPr>
            <a:xfrm>
              <a:off x="6873444" y="2288122"/>
              <a:ext cx="358346" cy="2362058"/>
            </a:xfrm>
            <a:prstGeom prst="roundRect">
              <a:avLst/>
            </a:prstGeom>
            <a:solidFill>
              <a:schemeClr val="accent1">
                <a:lumMod val="60000"/>
                <a:lumOff val="40000"/>
              </a:schemeClr>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PCI</a:t>
              </a:r>
            </a:p>
          </p:txBody>
        </p:sp>
        <p:sp>
          <p:nvSpPr>
            <p:cNvPr id="22" name="Flecha izquierda y derecha 21">
              <a:extLst>
                <a:ext uri="{FF2B5EF4-FFF2-40B4-BE49-F238E27FC236}">
                  <a16:creationId xmlns:a16="http://schemas.microsoft.com/office/drawing/2014/main" id="{DDA7EC15-CF12-CB2D-53FE-CA2859AA2757}"/>
                </a:ext>
              </a:extLst>
            </p:cNvPr>
            <p:cNvSpPr/>
            <p:nvPr/>
          </p:nvSpPr>
          <p:spPr>
            <a:xfrm>
              <a:off x="6420638" y="3364047"/>
              <a:ext cx="422232" cy="212437"/>
            </a:xfrm>
            <a:prstGeom prst="leftRightArrow">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lecha izquierda y derecha 22">
              <a:extLst>
                <a:ext uri="{FF2B5EF4-FFF2-40B4-BE49-F238E27FC236}">
                  <a16:creationId xmlns:a16="http://schemas.microsoft.com/office/drawing/2014/main" id="{51408BC2-C45B-DC65-0D45-55FCDDBD345E}"/>
                </a:ext>
              </a:extLst>
            </p:cNvPr>
            <p:cNvSpPr/>
            <p:nvPr/>
          </p:nvSpPr>
          <p:spPr>
            <a:xfrm>
              <a:off x="7247077" y="4341031"/>
              <a:ext cx="422232" cy="212437"/>
            </a:xfrm>
            <a:prstGeom prst="leftRightArrow">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lecha izquierda y derecha 23">
              <a:extLst>
                <a:ext uri="{FF2B5EF4-FFF2-40B4-BE49-F238E27FC236}">
                  <a16:creationId xmlns:a16="http://schemas.microsoft.com/office/drawing/2014/main" id="{BF340483-CCFE-6957-2C1C-E157BBD6F04F}"/>
                </a:ext>
              </a:extLst>
            </p:cNvPr>
            <p:cNvSpPr/>
            <p:nvPr/>
          </p:nvSpPr>
          <p:spPr>
            <a:xfrm>
              <a:off x="7245221" y="3405810"/>
              <a:ext cx="422232" cy="212437"/>
            </a:xfrm>
            <a:prstGeom prst="leftRightArrow">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lecha izquierda y derecha 24">
              <a:extLst>
                <a:ext uri="{FF2B5EF4-FFF2-40B4-BE49-F238E27FC236}">
                  <a16:creationId xmlns:a16="http://schemas.microsoft.com/office/drawing/2014/main" id="{BE0314F2-BEAF-4C9F-8FC4-7C181B470F8D}"/>
                </a:ext>
              </a:extLst>
            </p:cNvPr>
            <p:cNvSpPr/>
            <p:nvPr/>
          </p:nvSpPr>
          <p:spPr>
            <a:xfrm>
              <a:off x="7231790" y="2430413"/>
              <a:ext cx="422232" cy="212437"/>
            </a:xfrm>
            <a:prstGeom prst="leftRightArrow">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6" name="Flecha derecha 25">
            <a:extLst>
              <a:ext uri="{FF2B5EF4-FFF2-40B4-BE49-F238E27FC236}">
                <a16:creationId xmlns:a16="http://schemas.microsoft.com/office/drawing/2014/main" id="{B5B03F3A-23A6-82B8-C68D-F4EFCE198BC9}"/>
              </a:ext>
            </a:extLst>
          </p:cNvPr>
          <p:cNvSpPr/>
          <p:nvPr/>
        </p:nvSpPr>
        <p:spPr>
          <a:xfrm>
            <a:off x="4840014" y="5318096"/>
            <a:ext cx="1255986" cy="477512"/>
          </a:xfrm>
          <a:prstGeom prst="rightArrow">
            <a:avLst/>
          </a:prstGeom>
          <a:solidFill>
            <a:schemeClr val="tx2">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graphicFrame>
        <p:nvGraphicFramePr>
          <p:cNvPr id="35" name="Marcador de contenido 2">
            <a:extLst>
              <a:ext uri="{FF2B5EF4-FFF2-40B4-BE49-F238E27FC236}">
                <a16:creationId xmlns:a16="http://schemas.microsoft.com/office/drawing/2014/main" id="{1B617B72-CE34-D23A-5BD4-45638DDECDF7}"/>
              </a:ext>
            </a:extLst>
          </p:cNvPr>
          <p:cNvGraphicFramePr>
            <a:graphicFrameLocks/>
          </p:cNvGraphicFramePr>
          <p:nvPr>
            <p:extLst>
              <p:ext uri="{D42A27DB-BD31-4B8C-83A1-F6EECF244321}">
                <p14:modId xmlns:p14="http://schemas.microsoft.com/office/powerpoint/2010/main" val="2450544074"/>
              </p:ext>
            </p:extLst>
          </p:nvPr>
        </p:nvGraphicFramePr>
        <p:xfrm>
          <a:off x="838200" y="568324"/>
          <a:ext cx="10515600" cy="4351338"/>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Tree>
    <p:extLst>
      <p:ext uri="{BB962C8B-B14F-4D97-AF65-F5344CB8AC3E}">
        <p14:creationId xmlns:p14="http://schemas.microsoft.com/office/powerpoint/2010/main" val="34898706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49FF91-B125-AE27-92AB-F6138BD1B85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B42900F-3F2C-08AD-7ACD-5302E984E459}"/>
              </a:ext>
            </a:extLst>
          </p:cNvPr>
          <p:cNvSpPr>
            <a:spLocks noGrp="1"/>
          </p:cNvSpPr>
          <p:nvPr>
            <p:ph type="title"/>
          </p:nvPr>
        </p:nvSpPr>
        <p:spPr/>
        <p:txBody>
          <a:bodyPr/>
          <a:lstStyle/>
          <a:p>
            <a:r>
              <a:rPr lang="es-ES" dirty="0" err="1"/>
              <a:t>Autis</a:t>
            </a:r>
            <a:r>
              <a:rPr lang="es-ES" dirty="0"/>
              <a:t> </a:t>
            </a:r>
          </a:p>
        </p:txBody>
      </p:sp>
      <p:graphicFrame>
        <p:nvGraphicFramePr>
          <p:cNvPr id="28" name="Marcador de contenido 2">
            <a:extLst>
              <a:ext uri="{FF2B5EF4-FFF2-40B4-BE49-F238E27FC236}">
                <a16:creationId xmlns:a16="http://schemas.microsoft.com/office/drawing/2014/main" id="{C0A5A37D-7D42-0CB4-29A2-02900110767C}"/>
              </a:ext>
            </a:extLst>
          </p:cNvPr>
          <p:cNvGraphicFramePr>
            <a:graphicFrameLocks noGrp="1"/>
          </p:cNvGraphicFramePr>
          <p:nvPr>
            <p:ph idx="1"/>
            <p:extLst>
              <p:ext uri="{D42A27DB-BD31-4B8C-83A1-F6EECF244321}">
                <p14:modId xmlns:p14="http://schemas.microsoft.com/office/powerpoint/2010/main" val="916668156"/>
              </p:ext>
            </p:extLst>
          </p:nvPr>
        </p:nvGraphicFramePr>
        <p:xfrm>
          <a:off x="838200" y="568324"/>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pSp>
        <p:nvGrpSpPr>
          <p:cNvPr id="4" name="Grupo 3">
            <a:extLst>
              <a:ext uri="{FF2B5EF4-FFF2-40B4-BE49-F238E27FC236}">
                <a16:creationId xmlns:a16="http://schemas.microsoft.com/office/drawing/2014/main" id="{B1B53CD6-9252-136E-2BC8-F213448A1D59}"/>
              </a:ext>
            </a:extLst>
          </p:cNvPr>
          <p:cNvGrpSpPr/>
          <p:nvPr/>
        </p:nvGrpSpPr>
        <p:grpSpPr>
          <a:xfrm>
            <a:off x="996927" y="4537730"/>
            <a:ext cx="3169757" cy="2049134"/>
            <a:chOff x="4616479" y="2272428"/>
            <a:chExt cx="4434032" cy="2866443"/>
          </a:xfrm>
        </p:grpSpPr>
        <p:pic>
          <p:nvPicPr>
            <p:cNvPr id="5" name="Imagen 4">
              <a:extLst>
                <a:ext uri="{FF2B5EF4-FFF2-40B4-BE49-F238E27FC236}">
                  <a16:creationId xmlns:a16="http://schemas.microsoft.com/office/drawing/2014/main" id="{9BCAA186-2258-F534-4195-2CFD60BB1BE2}"/>
                </a:ext>
              </a:extLst>
            </p:cNvPr>
            <p:cNvPicPr>
              <a:picLocks noChangeAspect="1"/>
            </p:cNvPicPr>
            <p:nvPr/>
          </p:nvPicPr>
          <p:blipFill>
            <a:blip r:embed="rId7"/>
            <a:stretch>
              <a:fillRect/>
            </a:stretch>
          </p:blipFill>
          <p:spPr>
            <a:xfrm>
              <a:off x="4616479" y="2430413"/>
              <a:ext cx="2077479" cy="2077479"/>
            </a:xfrm>
            <a:prstGeom prst="rect">
              <a:avLst/>
            </a:prstGeom>
          </p:spPr>
        </p:pic>
        <p:pic>
          <p:nvPicPr>
            <p:cNvPr id="8" name="Imagen 7">
              <a:extLst>
                <a:ext uri="{FF2B5EF4-FFF2-40B4-BE49-F238E27FC236}">
                  <a16:creationId xmlns:a16="http://schemas.microsoft.com/office/drawing/2014/main" id="{69738B33-6234-53BC-FD83-BCB8DDEE2B0A}"/>
                </a:ext>
              </a:extLst>
            </p:cNvPr>
            <p:cNvPicPr>
              <a:picLocks noChangeAspect="1"/>
            </p:cNvPicPr>
            <p:nvPr/>
          </p:nvPicPr>
          <p:blipFill>
            <a:blip r:embed="rId8"/>
            <a:stretch>
              <a:fillRect/>
            </a:stretch>
          </p:blipFill>
          <p:spPr>
            <a:xfrm rot="2700000">
              <a:off x="7667270" y="3755630"/>
              <a:ext cx="1383241" cy="1383241"/>
            </a:xfrm>
            <a:prstGeom prst="rect">
              <a:avLst/>
            </a:prstGeom>
          </p:spPr>
        </p:pic>
        <p:pic>
          <p:nvPicPr>
            <p:cNvPr id="15" name="Imagen 14">
              <a:extLst>
                <a:ext uri="{FF2B5EF4-FFF2-40B4-BE49-F238E27FC236}">
                  <a16:creationId xmlns:a16="http://schemas.microsoft.com/office/drawing/2014/main" id="{055791FD-9871-CF12-128F-3CDAF3377C78}"/>
                </a:ext>
              </a:extLst>
            </p:cNvPr>
            <p:cNvPicPr>
              <a:picLocks noChangeAspect="1"/>
            </p:cNvPicPr>
            <p:nvPr/>
          </p:nvPicPr>
          <p:blipFill>
            <a:blip r:embed="rId9"/>
            <a:stretch>
              <a:fillRect/>
            </a:stretch>
          </p:blipFill>
          <p:spPr>
            <a:xfrm rot="5400000">
              <a:off x="7701740" y="2272427"/>
              <a:ext cx="1222426" cy="1222428"/>
            </a:xfrm>
            <a:prstGeom prst="rect">
              <a:avLst/>
            </a:prstGeom>
          </p:spPr>
        </p:pic>
        <p:sp>
          <p:nvSpPr>
            <p:cNvPr id="27" name="Rectángulo redondeado 26">
              <a:extLst>
                <a:ext uri="{FF2B5EF4-FFF2-40B4-BE49-F238E27FC236}">
                  <a16:creationId xmlns:a16="http://schemas.microsoft.com/office/drawing/2014/main" id="{B7CAF977-E191-F089-EBBB-D914BC7D5845}"/>
                </a:ext>
              </a:extLst>
            </p:cNvPr>
            <p:cNvSpPr/>
            <p:nvPr/>
          </p:nvSpPr>
          <p:spPr>
            <a:xfrm>
              <a:off x="6873444" y="2288122"/>
              <a:ext cx="358346" cy="2362058"/>
            </a:xfrm>
            <a:prstGeom prst="roundRect">
              <a:avLst/>
            </a:prstGeom>
            <a:solidFill>
              <a:schemeClr val="accent1">
                <a:lumMod val="60000"/>
                <a:lumOff val="40000"/>
              </a:schemeClr>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dirty="0"/>
                <a:t>PCI</a:t>
              </a:r>
            </a:p>
          </p:txBody>
        </p:sp>
        <p:sp>
          <p:nvSpPr>
            <p:cNvPr id="29" name="Flecha izquierda y derecha 28">
              <a:extLst>
                <a:ext uri="{FF2B5EF4-FFF2-40B4-BE49-F238E27FC236}">
                  <a16:creationId xmlns:a16="http://schemas.microsoft.com/office/drawing/2014/main" id="{DF837B4D-5971-573A-56BB-6DE9F8F942E7}"/>
                </a:ext>
              </a:extLst>
            </p:cNvPr>
            <p:cNvSpPr/>
            <p:nvPr/>
          </p:nvSpPr>
          <p:spPr>
            <a:xfrm>
              <a:off x="6420638" y="3364047"/>
              <a:ext cx="422232" cy="212437"/>
            </a:xfrm>
            <a:prstGeom prst="leftRightArrow">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Flecha izquierda y derecha 29">
              <a:extLst>
                <a:ext uri="{FF2B5EF4-FFF2-40B4-BE49-F238E27FC236}">
                  <a16:creationId xmlns:a16="http://schemas.microsoft.com/office/drawing/2014/main" id="{4E153283-7C4E-37DF-F338-356CAB409C29}"/>
                </a:ext>
              </a:extLst>
            </p:cNvPr>
            <p:cNvSpPr/>
            <p:nvPr/>
          </p:nvSpPr>
          <p:spPr>
            <a:xfrm>
              <a:off x="7247077" y="4341031"/>
              <a:ext cx="422232" cy="212437"/>
            </a:xfrm>
            <a:prstGeom prst="leftRightArrow">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lecha izquierda y derecha 30">
              <a:extLst>
                <a:ext uri="{FF2B5EF4-FFF2-40B4-BE49-F238E27FC236}">
                  <a16:creationId xmlns:a16="http://schemas.microsoft.com/office/drawing/2014/main" id="{FDF4D41A-711E-5EE6-1392-E0D2ACFCB3D2}"/>
                </a:ext>
              </a:extLst>
            </p:cNvPr>
            <p:cNvSpPr/>
            <p:nvPr/>
          </p:nvSpPr>
          <p:spPr>
            <a:xfrm>
              <a:off x="7262365" y="2884776"/>
              <a:ext cx="422232" cy="212437"/>
            </a:xfrm>
            <a:prstGeom prst="leftRightArrow">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2" name="Grupo 31">
            <a:extLst>
              <a:ext uri="{FF2B5EF4-FFF2-40B4-BE49-F238E27FC236}">
                <a16:creationId xmlns:a16="http://schemas.microsoft.com/office/drawing/2014/main" id="{CA4CF44E-1A62-112C-4E9E-6987CF79924E}"/>
              </a:ext>
            </a:extLst>
          </p:cNvPr>
          <p:cNvGrpSpPr/>
          <p:nvPr/>
        </p:nvGrpSpPr>
        <p:grpSpPr>
          <a:xfrm>
            <a:off x="6440652" y="4199079"/>
            <a:ext cx="3082194" cy="2377139"/>
            <a:chOff x="4616479" y="1719128"/>
            <a:chExt cx="4434032" cy="3419743"/>
          </a:xfrm>
        </p:grpSpPr>
        <p:pic>
          <p:nvPicPr>
            <p:cNvPr id="33" name="Imagen 32">
              <a:extLst>
                <a:ext uri="{FF2B5EF4-FFF2-40B4-BE49-F238E27FC236}">
                  <a16:creationId xmlns:a16="http://schemas.microsoft.com/office/drawing/2014/main" id="{CBD167A3-293C-4F43-2DF0-DE64673334B2}"/>
                </a:ext>
              </a:extLst>
            </p:cNvPr>
            <p:cNvPicPr>
              <a:picLocks noChangeAspect="1"/>
            </p:cNvPicPr>
            <p:nvPr/>
          </p:nvPicPr>
          <p:blipFill>
            <a:blip r:embed="rId7"/>
            <a:stretch>
              <a:fillRect/>
            </a:stretch>
          </p:blipFill>
          <p:spPr>
            <a:xfrm>
              <a:off x="4616479" y="2430413"/>
              <a:ext cx="2077479" cy="2077479"/>
            </a:xfrm>
            <a:prstGeom prst="rect">
              <a:avLst/>
            </a:prstGeom>
          </p:spPr>
        </p:pic>
        <p:pic>
          <p:nvPicPr>
            <p:cNvPr id="34" name="Imagen 33">
              <a:extLst>
                <a:ext uri="{FF2B5EF4-FFF2-40B4-BE49-F238E27FC236}">
                  <a16:creationId xmlns:a16="http://schemas.microsoft.com/office/drawing/2014/main" id="{F3F70B94-9FEA-6645-E878-81D8C070B87B}"/>
                </a:ext>
              </a:extLst>
            </p:cNvPr>
            <p:cNvPicPr>
              <a:picLocks noChangeAspect="1"/>
            </p:cNvPicPr>
            <p:nvPr/>
          </p:nvPicPr>
          <p:blipFill>
            <a:blip r:embed="rId10"/>
            <a:stretch>
              <a:fillRect/>
            </a:stretch>
          </p:blipFill>
          <p:spPr>
            <a:xfrm>
              <a:off x="7584527" y="1719128"/>
              <a:ext cx="1422570" cy="1422570"/>
            </a:xfrm>
            <a:prstGeom prst="rect">
              <a:avLst/>
            </a:prstGeom>
          </p:spPr>
        </p:pic>
        <p:pic>
          <p:nvPicPr>
            <p:cNvPr id="35" name="Imagen 34">
              <a:extLst>
                <a:ext uri="{FF2B5EF4-FFF2-40B4-BE49-F238E27FC236}">
                  <a16:creationId xmlns:a16="http://schemas.microsoft.com/office/drawing/2014/main" id="{6EE0CF50-9AB2-FA9E-8E14-AF0320270F80}"/>
                </a:ext>
              </a:extLst>
            </p:cNvPr>
            <p:cNvPicPr>
              <a:picLocks noChangeAspect="1"/>
            </p:cNvPicPr>
            <p:nvPr/>
          </p:nvPicPr>
          <p:blipFill>
            <a:blip r:embed="rId8"/>
            <a:stretch>
              <a:fillRect/>
            </a:stretch>
          </p:blipFill>
          <p:spPr>
            <a:xfrm rot="2700000">
              <a:off x="7667270" y="3755630"/>
              <a:ext cx="1383241" cy="1383241"/>
            </a:xfrm>
            <a:prstGeom prst="rect">
              <a:avLst/>
            </a:prstGeom>
          </p:spPr>
        </p:pic>
        <p:pic>
          <p:nvPicPr>
            <p:cNvPr id="36" name="Imagen 35">
              <a:extLst>
                <a:ext uri="{FF2B5EF4-FFF2-40B4-BE49-F238E27FC236}">
                  <a16:creationId xmlns:a16="http://schemas.microsoft.com/office/drawing/2014/main" id="{B9F194B9-FBA8-6DE2-92FE-D29DD8C9CFF5}"/>
                </a:ext>
              </a:extLst>
            </p:cNvPr>
            <p:cNvPicPr>
              <a:picLocks noChangeAspect="1"/>
            </p:cNvPicPr>
            <p:nvPr/>
          </p:nvPicPr>
          <p:blipFill>
            <a:blip r:embed="rId9"/>
            <a:stretch>
              <a:fillRect/>
            </a:stretch>
          </p:blipFill>
          <p:spPr>
            <a:xfrm rot="5400000">
              <a:off x="7684596" y="2793461"/>
              <a:ext cx="1222427" cy="1222427"/>
            </a:xfrm>
            <a:prstGeom prst="rect">
              <a:avLst/>
            </a:prstGeom>
          </p:spPr>
        </p:pic>
        <p:sp>
          <p:nvSpPr>
            <p:cNvPr id="37" name="Rectángulo redondeado 36">
              <a:extLst>
                <a:ext uri="{FF2B5EF4-FFF2-40B4-BE49-F238E27FC236}">
                  <a16:creationId xmlns:a16="http://schemas.microsoft.com/office/drawing/2014/main" id="{8955FDBF-884D-206B-BCA0-B00E20E6A382}"/>
                </a:ext>
              </a:extLst>
            </p:cNvPr>
            <p:cNvSpPr/>
            <p:nvPr/>
          </p:nvSpPr>
          <p:spPr>
            <a:xfrm>
              <a:off x="6873444" y="2288122"/>
              <a:ext cx="358346" cy="2362058"/>
            </a:xfrm>
            <a:prstGeom prst="roundRect">
              <a:avLst/>
            </a:prstGeom>
            <a:solidFill>
              <a:schemeClr val="accent1">
                <a:lumMod val="60000"/>
                <a:lumOff val="40000"/>
              </a:schemeClr>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PCI</a:t>
              </a:r>
            </a:p>
          </p:txBody>
        </p:sp>
        <p:sp>
          <p:nvSpPr>
            <p:cNvPr id="38" name="Flecha izquierda y derecha 37">
              <a:extLst>
                <a:ext uri="{FF2B5EF4-FFF2-40B4-BE49-F238E27FC236}">
                  <a16:creationId xmlns:a16="http://schemas.microsoft.com/office/drawing/2014/main" id="{8F387925-D4E7-23CA-C00B-917EF221D355}"/>
                </a:ext>
              </a:extLst>
            </p:cNvPr>
            <p:cNvSpPr/>
            <p:nvPr/>
          </p:nvSpPr>
          <p:spPr>
            <a:xfrm>
              <a:off x="6420638" y="3364047"/>
              <a:ext cx="422232" cy="212437"/>
            </a:xfrm>
            <a:prstGeom prst="leftRightArrow">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Flecha izquierda y derecha 38">
              <a:extLst>
                <a:ext uri="{FF2B5EF4-FFF2-40B4-BE49-F238E27FC236}">
                  <a16:creationId xmlns:a16="http://schemas.microsoft.com/office/drawing/2014/main" id="{285AF193-A905-94CF-967C-5F618AF0EEB0}"/>
                </a:ext>
              </a:extLst>
            </p:cNvPr>
            <p:cNvSpPr/>
            <p:nvPr/>
          </p:nvSpPr>
          <p:spPr>
            <a:xfrm>
              <a:off x="7247077" y="4341031"/>
              <a:ext cx="422232" cy="212437"/>
            </a:xfrm>
            <a:prstGeom prst="leftRightArrow">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Flecha izquierda y derecha 39">
              <a:extLst>
                <a:ext uri="{FF2B5EF4-FFF2-40B4-BE49-F238E27FC236}">
                  <a16:creationId xmlns:a16="http://schemas.microsoft.com/office/drawing/2014/main" id="{7F643595-6008-6291-77E1-FF5B9FA97497}"/>
                </a:ext>
              </a:extLst>
            </p:cNvPr>
            <p:cNvSpPr/>
            <p:nvPr/>
          </p:nvSpPr>
          <p:spPr>
            <a:xfrm>
              <a:off x="7245221" y="3405810"/>
              <a:ext cx="422232" cy="212437"/>
            </a:xfrm>
            <a:prstGeom prst="leftRightArrow">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Flecha izquierda y derecha 40">
              <a:extLst>
                <a:ext uri="{FF2B5EF4-FFF2-40B4-BE49-F238E27FC236}">
                  <a16:creationId xmlns:a16="http://schemas.microsoft.com/office/drawing/2014/main" id="{33606852-81E7-24B4-D59A-068F8CA90421}"/>
                </a:ext>
              </a:extLst>
            </p:cNvPr>
            <p:cNvSpPr/>
            <p:nvPr/>
          </p:nvSpPr>
          <p:spPr>
            <a:xfrm>
              <a:off x="7231790" y="2430413"/>
              <a:ext cx="422232" cy="212437"/>
            </a:xfrm>
            <a:prstGeom prst="leftRightArrow">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2" name="Flecha derecha 41">
            <a:extLst>
              <a:ext uri="{FF2B5EF4-FFF2-40B4-BE49-F238E27FC236}">
                <a16:creationId xmlns:a16="http://schemas.microsoft.com/office/drawing/2014/main" id="{C58AEC4F-0BA5-3AAF-71A7-6AC95DDCFC80}"/>
              </a:ext>
            </a:extLst>
          </p:cNvPr>
          <p:cNvSpPr/>
          <p:nvPr/>
        </p:nvSpPr>
        <p:spPr>
          <a:xfrm>
            <a:off x="4840014" y="5318096"/>
            <a:ext cx="1255986" cy="477512"/>
          </a:xfrm>
          <a:prstGeom prst="rightArrow">
            <a:avLst/>
          </a:prstGeom>
          <a:solidFill>
            <a:schemeClr val="tx2">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40593346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835A862-CEFD-DF79-E42C-E47D72E3D037}"/>
              </a:ext>
            </a:extLst>
          </p:cNvPr>
          <p:cNvSpPr>
            <a:spLocks noGrp="1"/>
          </p:cNvSpPr>
          <p:nvPr>
            <p:ph type="title"/>
          </p:nvPr>
        </p:nvSpPr>
        <p:spPr/>
        <p:txBody>
          <a:bodyPr/>
          <a:lstStyle/>
          <a:p>
            <a:r>
              <a:rPr lang="es-ES" dirty="0"/>
              <a:t>Objetivos</a:t>
            </a:r>
          </a:p>
        </p:txBody>
      </p:sp>
      <p:graphicFrame>
        <p:nvGraphicFramePr>
          <p:cNvPr id="5" name="Marcador de contenido 2">
            <a:extLst>
              <a:ext uri="{FF2B5EF4-FFF2-40B4-BE49-F238E27FC236}">
                <a16:creationId xmlns:a16="http://schemas.microsoft.com/office/drawing/2014/main" id="{7E563F6F-4421-CAF4-1F6C-CC7989ED2BA1}"/>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4" name="Picture 2" descr="Nvidia – The Way It's Meant to Be Played - Digital Innovation and  Transformation">
            <a:extLst>
              <a:ext uri="{FF2B5EF4-FFF2-40B4-BE49-F238E27FC236}">
                <a16:creationId xmlns:a16="http://schemas.microsoft.com/office/drawing/2014/main" id="{82136B93-7946-7CEE-C66F-8789A398813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562560" y="814387"/>
            <a:ext cx="3886490" cy="12049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663425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8206C6-B247-FCA4-8843-9B63CF3227C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CBD7067-4932-9EAE-51F2-EDF5B0C15297}"/>
              </a:ext>
            </a:extLst>
          </p:cNvPr>
          <p:cNvSpPr>
            <a:spLocks noGrp="1"/>
          </p:cNvSpPr>
          <p:nvPr>
            <p:ph type="title"/>
          </p:nvPr>
        </p:nvSpPr>
        <p:spPr/>
        <p:txBody>
          <a:bodyPr/>
          <a:lstStyle/>
          <a:p>
            <a:r>
              <a:rPr lang="es-ES" dirty="0"/>
              <a:t>Temario</a:t>
            </a:r>
          </a:p>
        </p:txBody>
      </p:sp>
      <p:graphicFrame>
        <p:nvGraphicFramePr>
          <p:cNvPr id="5" name="Marcador de contenido 2">
            <a:extLst>
              <a:ext uri="{FF2B5EF4-FFF2-40B4-BE49-F238E27FC236}">
                <a16:creationId xmlns:a16="http://schemas.microsoft.com/office/drawing/2014/main" id="{C0DECFD5-ADC1-9C15-09E2-5764B4BBE7F1}"/>
              </a:ext>
            </a:extLst>
          </p:cNvPr>
          <p:cNvGraphicFramePr>
            <a:graphicFrameLocks noGrp="1"/>
          </p:cNvGraphicFramePr>
          <p:nvPr>
            <p:ph idx="1"/>
            <p:extLst>
              <p:ext uri="{D42A27DB-BD31-4B8C-83A1-F6EECF244321}">
                <p14:modId xmlns:p14="http://schemas.microsoft.com/office/powerpoint/2010/main" val="3998716186"/>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53677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A6CC61F-9B04-5C33-2C75-1D90B1D155BF}"/>
              </a:ext>
            </a:extLst>
          </p:cNvPr>
          <p:cNvSpPr>
            <a:spLocks noGrp="1"/>
          </p:cNvSpPr>
          <p:nvPr>
            <p:ph type="title"/>
          </p:nvPr>
        </p:nvSpPr>
        <p:spPr/>
        <p:txBody>
          <a:bodyPr/>
          <a:lstStyle/>
          <a:p>
            <a:r>
              <a:rPr lang="es-ES" dirty="0"/>
              <a:t>¿Quién?</a:t>
            </a:r>
          </a:p>
        </p:txBody>
      </p:sp>
      <p:graphicFrame>
        <p:nvGraphicFramePr>
          <p:cNvPr id="8" name="Marcador de contenido 5">
            <a:extLst>
              <a:ext uri="{FF2B5EF4-FFF2-40B4-BE49-F238E27FC236}">
                <a16:creationId xmlns:a16="http://schemas.microsoft.com/office/drawing/2014/main" id="{A40150A7-F70D-BF27-ECCA-7C00B7E75ABF}"/>
              </a:ext>
            </a:extLst>
          </p:cNvPr>
          <p:cNvGraphicFramePr>
            <a:graphicFrameLocks noGrp="1"/>
          </p:cNvGraphicFramePr>
          <p:nvPr>
            <p:ph idx="1"/>
            <p:extLst>
              <p:ext uri="{D42A27DB-BD31-4B8C-83A1-F6EECF244321}">
                <p14:modId xmlns:p14="http://schemas.microsoft.com/office/powerpoint/2010/main" val="2416497973"/>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394656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2E74877-A7A1-50AD-4654-BD81742E0508}"/>
              </a:ext>
            </a:extLst>
          </p:cNvPr>
          <p:cNvSpPr>
            <a:spLocks noGrp="1"/>
          </p:cNvSpPr>
          <p:nvPr>
            <p:ph type="title"/>
          </p:nvPr>
        </p:nvSpPr>
        <p:spPr/>
        <p:txBody>
          <a:bodyPr/>
          <a:lstStyle/>
          <a:p>
            <a:r>
              <a:rPr lang="es-ES"/>
              <a:t>¿Cuando?</a:t>
            </a:r>
            <a:endParaRPr lang="es-ES" dirty="0"/>
          </a:p>
        </p:txBody>
      </p:sp>
      <p:graphicFrame>
        <p:nvGraphicFramePr>
          <p:cNvPr id="5" name="Marcador de contenido 2">
            <a:extLst>
              <a:ext uri="{FF2B5EF4-FFF2-40B4-BE49-F238E27FC236}">
                <a16:creationId xmlns:a16="http://schemas.microsoft.com/office/drawing/2014/main" id="{14AC8E6D-EEDC-24AA-74B9-E807E60457F0}"/>
              </a:ext>
            </a:extLst>
          </p:cNvPr>
          <p:cNvGraphicFramePr>
            <a:graphicFrameLocks noGrp="1"/>
          </p:cNvGraphicFramePr>
          <p:nvPr>
            <p:ph idx="1"/>
            <p:extLst>
              <p:ext uri="{D42A27DB-BD31-4B8C-83A1-F6EECF244321}">
                <p14:modId xmlns:p14="http://schemas.microsoft.com/office/powerpoint/2010/main" val="1043693539"/>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CuadroTexto 3">
            <a:extLst>
              <a:ext uri="{FF2B5EF4-FFF2-40B4-BE49-F238E27FC236}">
                <a16:creationId xmlns:a16="http://schemas.microsoft.com/office/drawing/2014/main" id="{D9B1B33E-80C1-9D02-C165-4958E6BD1136}"/>
              </a:ext>
            </a:extLst>
          </p:cNvPr>
          <p:cNvSpPr txBox="1"/>
          <p:nvPr/>
        </p:nvSpPr>
        <p:spPr>
          <a:xfrm>
            <a:off x="3731602" y="6308209"/>
            <a:ext cx="4728795" cy="369332"/>
          </a:xfrm>
          <a:prstGeom prst="rect">
            <a:avLst/>
          </a:prstGeom>
          <a:noFill/>
        </p:spPr>
        <p:txBody>
          <a:bodyPr wrap="none" rtlCol="0">
            <a:spAutoFit/>
          </a:bodyPr>
          <a:lstStyle/>
          <a:p>
            <a:r>
              <a:rPr lang="es-ES" dirty="0"/>
              <a:t>Horario tentativo 11:00 – 14:00 y 15:00 – 17:00</a:t>
            </a:r>
          </a:p>
        </p:txBody>
      </p:sp>
    </p:spTree>
    <p:extLst>
      <p:ext uri="{BB962C8B-B14F-4D97-AF65-F5344CB8AC3E}">
        <p14:creationId xmlns:p14="http://schemas.microsoft.com/office/powerpoint/2010/main" val="38219094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3BEF8-074E-806D-A851-F1B1C84491C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F00D7C3-9A1B-291F-4704-FD3C7785B97C}"/>
              </a:ext>
            </a:extLst>
          </p:cNvPr>
          <p:cNvSpPr>
            <a:spLocks noGrp="1"/>
          </p:cNvSpPr>
          <p:nvPr>
            <p:ph type="title"/>
          </p:nvPr>
        </p:nvSpPr>
        <p:spPr/>
        <p:txBody>
          <a:bodyPr/>
          <a:lstStyle/>
          <a:p>
            <a:r>
              <a:rPr lang="es-ES" dirty="0"/>
              <a:t>¿A quién?</a:t>
            </a:r>
          </a:p>
        </p:txBody>
      </p:sp>
    </p:spTree>
    <p:extLst>
      <p:ext uri="{BB962C8B-B14F-4D97-AF65-F5344CB8AC3E}">
        <p14:creationId xmlns:p14="http://schemas.microsoft.com/office/powerpoint/2010/main" val="4293426593"/>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99</TotalTime>
  <Words>173</Words>
  <Application>Microsoft Macintosh PowerPoint</Application>
  <PresentationFormat>Panorámica</PresentationFormat>
  <Paragraphs>43</Paragraphs>
  <Slides>8</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8</vt:i4>
      </vt:variant>
    </vt:vector>
  </HeadingPairs>
  <TitlesOfParts>
    <vt:vector size="12" baseType="lpstr">
      <vt:lpstr>Aptos</vt:lpstr>
      <vt:lpstr>Aptos Display</vt:lpstr>
      <vt:lpstr>Arial</vt:lpstr>
      <vt:lpstr>Tema de Office</vt:lpstr>
      <vt:lpstr>PROGRAMACIÓN Y OPTIMIZACIÓN DE CÓDIGOS CUDA EN GPUS DE NVIDIA</vt:lpstr>
      <vt:lpstr>Motivación</vt:lpstr>
      <vt:lpstr>Autis </vt:lpstr>
      <vt:lpstr>Objetivos</vt:lpstr>
      <vt:lpstr>Temario</vt:lpstr>
      <vt:lpstr>¿Quién?</vt:lpstr>
      <vt:lpstr>¿Cuando?</vt:lpstr>
      <vt:lpstr>¿A quién?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Adrian Castello Gimeno</dc:creator>
  <cp:lastModifiedBy>Adrian Castello Gimeno</cp:lastModifiedBy>
  <cp:revision>2</cp:revision>
  <dcterms:created xsi:type="dcterms:W3CDTF">2025-11-25T10:36:31Z</dcterms:created>
  <dcterms:modified xsi:type="dcterms:W3CDTF">2025-11-25T12:15:34Z</dcterms:modified>
</cp:coreProperties>
</file>
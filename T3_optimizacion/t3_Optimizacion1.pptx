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handoutMasterIdLst>
    <p:handoutMasterId r:id="rId24"/>
  </p:handoutMasterIdLst>
  <p:sldIdLst>
    <p:sldId id="256" r:id="rId2"/>
    <p:sldId id="304" r:id="rId3"/>
    <p:sldId id="309" r:id="rId4"/>
    <p:sldId id="314" r:id="rId5"/>
    <p:sldId id="307" r:id="rId6"/>
    <p:sldId id="308" r:id="rId7"/>
    <p:sldId id="315" r:id="rId8"/>
    <p:sldId id="316" r:id="rId9"/>
    <p:sldId id="317" r:id="rId10"/>
    <p:sldId id="277" r:id="rId11"/>
    <p:sldId id="278" r:id="rId12"/>
    <p:sldId id="279" r:id="rId13"/>
    <p:sldId id="280" r:id="rId14"/>
    <p:sldId id="281" r:id="rId15"/>
    <p:sldId id="282" r:id="rId16"/>
    <p:sldId id="283" r:id="rId17"/>
    <p:sldId id="285" r:id="rId18"/>
    <p:sldId id="275" r:id="rId19"/>
    <p:sldId id="276" r:id="rId20"/>
    <p:sldId id="310" r:id="rId21"/>
    <p:sldId id="311" r:id="rId22"/>
  </p:sldIdLst>
  <p:sldSz cx="9144000" cy="6858000" type="screen4x3"/>
  <p:notesSz cx="6858000" cy="9144000"/>
  <p:defaultTextStyle>
    <a:defPPr>
      <a:defRPr lang="es-E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1E4AEA4-8DFA-4A89-87EB-49C32662AFE0}" styleName="Estilo medio 2 - Énfasis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17" autoAdjust="0"/>
    <p:restoredTop sz="94694" autoAdjust="0"/>
  </p:normalViewPr>
  <p:slideViewPr>
    <p:cSldViewPr snapToGrid="0" snapToObjects="1">
      <p:cViewPr varScale="1">
        <p:scale>
          <a:sx n="121" d="100"/>
          <a:sy n="121" d="100"/>
        </p:scale>
        <p:origin x="2040" y="17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1896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111" d="100"/>
          <a:sy n="111" d="100"/>
        </p:scale>
        <p:origin x="-4264" y="-12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628657-C005-0E41-B072-A5CC41F81085}" type="datetimeFigureOut">
              <a:rPr lang="es-ES" smtClean="0"/>
              <a:t>2/12/25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B8F2FF-28B8-E040-BC17-D599F8ED278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9694213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19BFE1-6B15-984C-AD4E-E3242C5C2C4E}" type="datetimeFigureOut">
              <a:rPr lang="es-ES" smtClean="0"/>
              <a:t>2/12/25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CD03B2-CD94-8741-87FD-52F4DEA566E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3975180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CD03B2-CD94-8741-87FD-52F4DEA566EE}" type="slidenum">
              <a:rPr lang="es-ES" smtClean="0"/>
              <a:t>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558222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ECEF6D-DE40-7758-DD00-4F19F20C96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4FFF38D6-BC25-2EDF-3F14-E78B0004E9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6B8BF14-CF0C-E311-BCB7-72183B6050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C2ADD7D-BDA1-BE3B-B68E-8EC9114324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CD03B2-CD94-8741-87FD-52F4DEA566EE}" type="slidenum">
              <a:rPr lang="es-ES" smtClean="0"/>
              <a:t>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068826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4693F4-DD86-9E0F-5A9B-E9494284F6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00FEA0A2-8FDE-5E5C-A5AA-A87A370E7C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81D9657F-2035-44D0-6F04-623DF3749C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0D7207B-2601-649C-8320-3BCDC77BEC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CD03B2-CD94-8741-87FD-52F4DEA566EE}" type="slidenum">
              <a:rPr lang="es-ES" smtClean="0"/>
              <a:t>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042140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_tradnl"/>
              <a:t>Haga clic para modificar el estilo de subtítulo del patrón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/>
              <a:t>February, 2016</a:t>
            </a:r>
            <a:endParaRPr lang="es-ES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TPP 2018-2019</a:t>
            </a:r>
            <a:endParaRPr lang="es-ES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5C3DD-BEFD-C549-9CBF-220CD50E2B7D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8217725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/>
              <a:t>February, 2016</a:t>
            </a:r>
            <a:endParaRPr lang="es-ES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TPP 2018-2019</a:t>
            </a:r>
            <a:endParaRPr lang="es-ES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0CD1F-DF31-2B47-B9C0-AAD6CC852762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4495362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/>
              <a:t>February, 2016</a:t>
            </a:r>
            <a:endParaRPr lang="es-ES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TPP 2018-2019</a:t>
            </a:r>
            <a:endParaRPr lang="es-ES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5C3DD-BEFD-C549-9CBF-220CD50E2B7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205808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/>
              <a:t>February, 2016</a:t>
            </a:r>
            <a:endParaRPr lang="es-ES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TPP 2018-2019</a:t>
            </a:r>
            <a:endParaRPr lang="es-ES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5C3DD-BEFD-C549-9CBF-220CD50E2B7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231999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/>
              <a:t>February, 2016</a:t>
            </a:r>
            <a:endParaRPr lang="es-ES" dirty="0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TPP 2018-2019</a:t>
            </a:r>
            <a:endParaRPr lang="es-ES" dirty="0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5C3DD-BEFD-C549-9CBF-220CD50E2B7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05369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/>
              <a:t>February, 2016</a:t>
            </a:r>
            <a:endParaRPr lang="es-ES" dirty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TPP 2018-2019</a:t>
            </a:r>
            <a:endParaRPr lang="es-ES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5C3DD-BEFD-C549-9CBF-220CD50E2B7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650064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/>
              <a:t>February, 2016</a:t>
            </a:r>
            <a:endParaRPr lang="es-ES" dirty="0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TPP 2018-2019</a:t>
            </a:r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5C3DD-BEFD-C549-9CBF-220CD50E2B7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625594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/>
              <a:t>February, 2016</a:t>
            </a:r>
            <a:endParaRPr lang="es-ES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TPP 2018-2019</a:t>
            </a:r>
            <a:endParaRPr lang="es-ES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5C3DD-BEFD-C549-9CBF-220CD50E2B7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56832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/>
              <a:t>February, 2016</a:t>
            </a:r>
            <a:endParaRPr lang="es-ES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TPP 2018-2019</a:t>
            </a:r>
            <a:endParaRPr lang="es-ES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5C3DD-BEFD-C549-9CBF-220CD50E2B7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756778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/>
              <a:t>February, 2016</a:t>
            </a:r>
            <a:endParaRPr lang="es-ES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TPP 2018-2019</a:t>
            </a:r>
            <a:endParaRPr lang="es-ES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5C3DD-BEFD-C549-9CBF-220CD50E2B7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564658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/>
              <a:t>February, 2016</a:t>
            </a:r>
            <a:endParaRPr lang="es-ES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TPP 2018-2019</a:t>
            </a:r>
            <a:endParaRPr lang="es-ES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5C3DD-BEFD-C549-9CBF-220CD50E2B7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953688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_tradnl" dirty="0"/>
              <a:t>Clic para editar título</a:t>
            </a:r>
            <a:endParaRPr lang="es-ES" dirty="0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 dirty="0"/>
              <a:t>Haga clic para modificar el estilo de texto del patrón</a:t>
            </a:r>
          </a:p>
          <a:p>
            <a:pPr lvl="1"/>
            <a:r>
              <a:rPr lang="es-ES_tradnl" dirty="0"/>
              <a:t>Segundo nivel</a:t>
            </a:r>
          </a:p>
          <a:p>
            <a:pPr lvl="2"/>
            <a:r>
              <a:rPr lang="es-ES_tradnl" dirty="0"/>
              <a:t>Tercer nivel</a:t>
            </a:r>
          </a:p>
          <a:p>
            <a:pPr lvl="3"/>
            <a:r>
              <a:rPr lang="es-ES_tradnl" dirty="0"/>
              <a:t>Cuarto nivel</a:t>
            </a:r>
          </a:p>
          <a:p>
            <a:pPr lvl="4"/>
            <a:r>
              <a:rPr lang="es-ES_tradnl" dirty="0"/>
              <a:t>Quinto nivel</a:t>
            </a:r>
            <a:endParaRPr lang="es-ES" dirty="0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s-ES"/>
              <a:t>February, 2016</a:t>
            </a:r>
            <a:endParaRPr lang="es-ES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s-ES"/>
              <a:t>TPP 2018-2019</a:t>
            </a:r>
            <a:endParaRPr lang="es-ES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E40430-21BC-BB40-BF47-13EDB36C1131}" type="slidenum">
              <a:rPr lang="es-ES" smtClean="0"/>
              <a:t>‹Nº›</a:t>
            </a:fld>
            <a:endParaRPr lang="es-ES" dirty="0"/>
          </a:p>
        </p:txBody>
      </p:sp>
      <p:pic>
        <p:nvPicPr>
          <p:cNvPr id="9" name="Imagen 8" descr="marca_UPV_secundaria_color300.png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274638"/>
            <a:ext cx="661538" cy="765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58656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3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latin typeface="Century"/>
          <a:ea typeface="+mj-ea"/>
          <a:cs typeface="Century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000" b="0" i="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latin typeface="Century"/>
          <a:ea typeface="+mn-ea"/>
          <a:cs typeface="Century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600" b="0" i="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latin typeface="Century"/>
          <a:ea typeface="+mn-ea"/>
          <a:cs typeface="Century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400" b="0" i="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latin typeface="Century"/>
          <a:ea typeface="+mn-ea"/>
          <a:cs typeface="Century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b="0" i="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latin typeface="Century"/>
          <a:ea typeface="+mn-ea"/>
          <a:cs typeface="Century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b="0" i="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latin typeface="Century"/>
          <a:ea typeface="+mn-ea"/>
          <a:cs typeface="Century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if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if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oleObject" Target="../embeddings/oleObject6.bin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tif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tiff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tif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tiff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1522217"/>
            <a:ext cx="7772400" cy="1470025"/>
          </a:xfrm>
        </p:spPr>
        <p:txBody>
          <a:bodyPr/>
          <a:lstStyle/>
          <a:p>
            <a:r>
              <a:rPr lang="es-ES" dirty="0">
                <a:effectLst>
                  <a:outerShdw blurRad="38100" dist="38100" dir="2700000" algn="tl" rotWithShape="0">
                    <a:schemeClr val="bg1">
                      <a:lumMod val="75000"/>
                      <a:alpha val="50000"/>
                    </a:schemeClr>
                  </a:outerShdw>
                </a:effectLst>
              </a:rPr>
              <a:t>Optimización de aplicaciones 1: Jerarquía de memoria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s-ES" sz="1800"/>
              <a:t>Universitat</a:t>
            </a:r>
            <a:r>
              <a:rPr lang="es-ES" sz="1800" dirty="0"/>
              <a:t> </a:t>
            </a:r>
            <a:r>
              <a:rPr lang="es-ES" sz="1800" dirty="0" err="1"/>
              <a:t>Politècnica</a:t>
            </a:r>
            <a:r>
              <a:rPr lang="es-ES" sz="1800" dirty="0"/>
              <a:t> de València</a:t>
            </a:r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5C3DD-BEFD-C549-9CBF-220CD50E2B7D}" type="slidenum">
              <a:rPr lang="es-ES" smtClean="0"/>
              <a:t>1</a:t>
            </a:fld>
            <a:endParaRPr lang="es-ES"/>
          </a:p>
        </p:txBody>
      </p:sp>
      <p:sp>
        <p:nvSpPr>
          <p:cNvPr id="10" name="CuadroTexto 9"/>
          <p:cNvSpPr txBox="1"/>
          <p:nvPr/>
        </p:nvSpPr>
        <p:spPr>
          <a:xfrm>
            <a:off x="3774318" y="3006130"/>
            <a:ext cx="3552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effectLst>
                  <a:outerShdw blurRad="38100" dist="38100" dir="2700000" algn="tl" rotWithShape="0">
                    <a:schemeClr val="bg1">
                      <a:lumMod val="75000"/>
                      <a:alpha val="50000"/>
                    </a:schemeClr>
                  </a:outerShdw>
                </a:effectLst>
                <a:latin typeface="Century"/>
                <a:cs typeface="Century"/>
              </a:rPr>
              <a:t>Pedro Alonso y Adrián Castelló </a:t>
            </a:r>
          </a:p>
        </p:txBody>
      </p:sp>
    </p:spTree>
    <p:extLst>
      <p:ext uri="{BB962C8B-B14F-4D97-AF65-F5344CB8AC3E}">
        <p14:creationId xmlns:p14="http://schemas.microsoft.com/office/powerpoint/2010/main" val="28230773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457199" y="1600200"/>
            <a:ext cx="8585201" cy="4525963"/>
          </a:xfrm>
        </p:spPr>
        <p:txBody>
          <a:bodyPr>
            <a:normAutofit/>
          </a:bodyPr>
          <a:lstStyle/>
          <a:p>
            <a:r>
              <a:rPr lang="en-GB" dirty="0"/>
              <a:t>Examples of use: </a:t>
            </a:r>
          </a:p>
          <a:p>
            <a:pPr lvl="1"/>
            <a:r>
              <a:rPr lang="en-GB" dirty="0"/>
              <a:t>Matrix-vector product c = A * v</a:t>
            </a:r>
          </a:p>
          <a:p>
            <a:pPr lvl="1"/>
            <a:r>
              <a:rPr lang="en-GB" dirty="0"/>
              <a:t>Matrix Norm</a:t>
            </a:r>
          </a:p>
          <a:p>
            <a:pPr lvl="1"/>
            <a:r>
              <a:rPr lang="en-GB" dirty="0"/>
              <a:t>Matrix multiplication C = A * B</a:t>
            </a:r>
            <a:endParaRPr lang="en-GB" dirty="0">
              <a:effectLst>
                <a:outerShdw blurRad="50800" dist="38100" dir="2700000" algn="tl" rotWithShape="0">
                  <a:srgbClr val="000000">
                    <a:alpha val="43000"/>
                  </a:srgbClr>
                </a:outerShdw>
              </a:effectLst>
            </a:endParaRP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</a:rPr>
              <a:t>Use of Shared Memory</a:t>
            </a:r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0CD1F-DF31-2B47-B9C0-AAD6CC852762}" type="slidenum">
              <a:rPr lang="es-ES" smtClean="0"/>
              <a:t>2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696071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34730"/>
          </a:xfrm>
        </p:spPr>
        <p:txBody>
          <a:bodyPr/>
          <a:lstStyle/>
          <a:p>
            <a:r>
              <a:rPr lang="es-ES" dirty="0" err="1"/>
              <a:t>Example</a:t>
            </a:r>
            <a:r>
              <a:rPr lang="es-ES" dirty="0"/>
              <a:t>: c = A * v</a:t>
            </a:r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6538451" y="6120375"/>
            <a:ext cx="2133600" cy="365125"/>
          </a:xfrm>
        </p:spPr>
        <p:txBody>
          <a:bodyPr/>
          <a:lstStyle/>
          <a:p>
            <a:fld id="{FCA0CD1F-DF31-2B47-B9C0-AAD6CC852762}" type="slidenum">
              <a:rPr lang="es-ES" smtClean="0"/>
              <a:pPr/>
              <a:t>3</a:t>
            </a:fld>
            <a:endParaRPr lang="es-ES" dirty="0"/>
          </a:p>
        </p:txBody>
      </p:sp>
      <p:sp>
        <p:nvSpPr>
          <p:cNvPr id="6" name="5 Rectángulo"/>
          <p:cNvSpPr/>
          <p:nvPr/>
        </p:nvSpPr>
        <p:spPr>
          <a:xfrm>
            <a:off x="436053" y="1394034"/>
            <a:ext cx="6057302" cy="47561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s-ES" sz="1400" dirty="0">
                <a:solidFill>
                  <a:schemeClr val="tx1"/>
                </a:solidFill>
                <a:latin typeface="Courier New"/>
                <a:cs typeface="Courier New"/>
              </a:rPr>
              <a:t>x	x	x	x	x	x	x	x	x	x	x	x</a:t>
            </a:r>
          </a:p>
          <a:p>
            <a:pPr algn="ctr">
              <a:lnSpc>
                <a:spcPct val="150000"/>
              </a:lnSpc>
              <a:spcBef>
                <a:spcPts val="100"/>
              </a:spcBef>
            </a:pPr>
            <a:r>
              <a:rPr lang="es-ES" sz="1400" dirty="0">
                <a:solidFill>
                  <a:schemeClr val="tx1"/>
                </a:solidFill>
                <a:latin typeface="Courier New"/>
                <a:cs typeface="Courier New"/>
              </a:rPr>
              <a:t>x	x	x	x	x	x	x	x	x	x	x	x</a:t>
            </a:r>
          </a:p>
          <a:p>
            <a:pPr algn="ctr">
              <a:lnSpc>
                <a:spcPct val="150000"/>
              </a:lnSpc>
              <a:spcBef>
                <a:spcPts val="100"/>
              </a:spcBef>
            </a:pPr>
            <a:r>
              <a:rPr lang="es-ES" sz="1400" dirty="0">
                <a:solidFill>
                  <a:schemeClr val="tx1"/>
                </a:solidFill>
                <a:latin typeface="Courier New"/>
                <a:cs typeface="Courier New"/>
              </a:rPr>
              <a:t>x	x	x	x	x	x	x	x	x	x	x	x</a:t>
            </a:r>
          </a:p>
          <a:p>
            <a:pPr algn="ctr">
              <a:lnSpc>
                <a:spcPct val="150000"/>
              </a:lnSpc>
              <a:spcBef>
                <a:spcPts val="100"/>
              </a:spcBef>
            </a:pPr>
            <a:r>
              <a:rPr lang="es-ES" sz="1400" dirty="0">
                <a:solidFill>
                  <a:schemeClr val="tx1"/>
                </a:solidFill>
                <a:latin typeface="Courier New"/>
                <a:cs typeface="Courier New"/>
              </a:rPr>
              <a:t>x	x	x	x	x	x	x	x	x	x	x	x</a:t>
            </a:r>
          </a:p>
          <a:p>
            <a:pPr algn="ctr">
              <a:lnSpc>
                <a:spcPct val="150000"/>
              </a:lnSpc>
              <a:spcBef>
                <a:spcPts val="100"/>
              </a:spcBef>
            </a:pPr>
            <a:r>
              <a:rPr lang="es-ES" sz="1400" dirty="0">
                <a:solidFill>
                  <a:schemeClr val="tx1"/>
                </a:solidFill>
                <a:latin typeface="Courier New"/>
                <a:cs typeface="Courier New"/>
              </a:rPr>
              <a:t>x	x	x	x	x	x	x	x	x	x	x	x</a:t>
            </a:r>
          </a:p>
          <a:p>
            <a:pPr algn="ctr">
              <a:lnSpc>
                <a:spcPct val="150000"/>
              </a:lnSpc>
              <a:spcBef>
                <a:spcPts val="100"/>
              </a:spcBef>
            </a:pPr>
            <a:r>
              <a:rPr lang="es-ES" sz="1400" dirty="0">
                <a:solidFill>
                  <a:schemeClr val="tx1"/>
                </a:solidFill>
                <a:latin typeface="Courier New"/>
                <a:cs typeface="Courier New"/>
              </a:rPr>
              <a:t>x	x	x	x	x	x	x	x	x	x	x	x</a:t>
            </a:r>
          </a:p>
          <a:p>
            <a:pPr algn="ctr">
              <a:lnSpc>
                <a:spcPct val="150000"/>
              </a:lnSpc>
              <a:spcBef>
                <a:spcPts val="100"/>
              </a:spcBef>
            </a:pPr>
            <a:r>
              <a:rPr lang="es-ES" sz="1400" dirty="0">
                <a:solidFill>
                  <a:schemeClr val="tx1"/>
                </a:solidFill>
                <a:latin typeface="Courier New"/>
                <a:cs typeface="Courier New"/>
              </a:rPr>
              <a:t>x	x	x	x	x	x	x	x	x	x	x	x</a:t>
            </a:r>
          </a:p>
          <a:p>
            <a:pPr algn="ctr">
              <a:lnSpc>
                <a:spcPct val="150000"/>
              </a:lnSpc>
              <a:spcBef>
                <a:spcPts val="100"/>
              </a:spcBef>
            </a:pPr>
            <a:r>
              <a:rPr lang="es-ES" sz="1400" dirty="0">
                <a:solidFill>
                  <a:schemeClr val="tx1"/>
                </a:solidFill>
                <a:latin typeface="Courier New"/>
                <a:cs typeface="Courier New"/>
              </a:rPr>
              <a:t>x	x	x	x	x	x	x	x	x	x	x	x</a:t>
            </a:r>
          </a:p>
          <a:p>
            <a:pPr algn="ctr">
              <a:lnSpc>
                <a:spcPct val="150000"/>
              </a:lnSpc>
              <a:spcBef>
                <a:spcPts val="100"/>
              </a:spcBef>
            </a:pPr>
            <a:r>
              <a:rPr lang="es-ES" sz="1400" dirty="0">
                <a:solidFill>
                  <a:schemeClr val="tx1"/>
                </a:solidFill>
                <a:latin typeface="Courier New"/>
                <a:cs typeface="Courier New"/>
              </a:rPr>
              <a:t>x	x	x	x	x	x	x	x	x	x	x	x</a:t>
            </a:r>
          </a:p>
          <a:p>
            <a:pPr algn="ctr">
              <a:lnSpc>
                <a:spcPct val="150000"/>
              </a:lnSpc>
              <a:spcBef>
                <a:spcPts val="100"/>
              </a:spcBef>
            </a:pPr>
            <a:r>
              <a:rPr lang="es-ES" sz="1400" dirty="0">
                <a:solidFill>
                  <a:schemeClr val="tx1"/>
                </a:solidFill>
                <a:latin typeface="Courier New"/>
                <a:cs typeface="Courier New"/>
              </a:rPr>
              <a:t>x	x	x	x	x	x	x	x	x	x	x	x</a:t>
            </a:r>
          </a:p>
          <a:p>
            <a:pPr algn="ctr">
              <a:lnSpc>
                <a:spcPct val="150000"/>
              </a:lnSpc>
              <a:spcBef>
                <a:spcPts val="100"/>
              </a:spcBef>
            </a:pPr>
            <a:r>
              <a:rPr lang="es-ES" sz="1400" dirty="0">
                <a:solidFill>
                  <a:schemeClr val="tx1"/>
                </a:solidFill>
                <a:latin typeface="Courier New"/>
                <a:cs typeface="Courier New"/>
              </a:rPr>
              <a:t>x	x	x	x	x	x	x	x	x	x	x	x</a:t>
            </a:r>
          </a:p>
          <a:p>
            <a:pPr algn="ctr">
              <a:lnSpc>
                <a:spcPct val="150000"/>
              </a:lnSpc>
              <a:spcBef>
                <a:spcPts val="100"/>
              </a:spcBef>
            </a:pPr>
            <a:r>
              <a:rPr lang="es-ES" sz="1400" dirty="0">
                <a:solidFill>
                  <a:schemeClr val="tx1"/>
                </a:solidFill>
                <a:latin typeface="Courier New"/>
                <a:cs typeface="Courier New"/>
              </a:rPr>
              <a:t>x	x	x	x	x	x	x	x	x	x	x	x</a:t>
            </a:r>
          </a:p>
          <a:p>
            <a:pPr algn="ctr">
              <a:lnSpc>
                <a:spcPct val="150000"/>
              </a:lnSpc>
              <a:spcBef>
                <a:spcPts val="100"/>
              </a:spcBef>
            </a:pPr>
            <a:r>
              <a:rPr lang="es-ES" sz="1400" dirty="0">
                <a:solidFill>
                  <a:schemeClr val="tx1"/>
                </a:solidFill>
                <a:latin typeface="Courier New"/>
                <a:cs typeface="Courier New"/>
              </a:rPr>
              <a:t>x	x	x	x	x	x	x	x	x	x	x	x</a:t>
            </a:r>
          </a:p>
          <a:p>
            <a:pPr algn="ctr"/>
            <a:endParaRPr lang="es-ES" dirty="0">
              <a:latin typeface="Courier New"/>
              <a:cs typeface="Courier New"/>
            </a:endParaRPr>
          </a:p>
        </p:txBody>
      </p:sp>
      <p:sp>
        <p:nvSpPr>
          <p:cNvPr id="32" name="18 Rectángulo"/>
          <p:cNvSpPr/>
          <p:nvPr/>
        </p:nvSpPr>
        <p:spPr>
          <a:xfrm>
            <a:off x="6704103" y="1394034"/>
            <a:ext cx="899650" cy="495545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  <a:spcBef>
                <a:spcPts val="100"/>
              </a:spcBef>
            </a:pPr>
            <a:r>
              <a:rPr lang="es-ES" sz="1400" dirty="0">
                <a:solidFill>
                  <a:schemeClr val="tx1"/>
                </a:solidFill>
                <a:latin typeface="Courier New"/>
                <a:cs typeface="Courier New"/>
              </a:rPr>
              <a:t>x	</a:t>
            </a:r>
          </a:p>
          <a:p>
            <a:pPr algn="ctr">
              <a:lnSpc>
                <a:spcPct val="150000"/>
              </a:lnSpc>
              <a:spcBef>
                <a:spcPts val="100"/>
              </a:spcBef>
            </a:pPr>
            <a:r>
              <a:rPr lang="es-ES" sz="1400" dirty="0">
                <a:solidFill>
                  <a:schemeClr val="tx1"/>
                </a:solidFill>
                <a:latin typeface="Courier New"/>
                <a:cs typeface="Courier New"/>
              </a:rPr>
              <a:t>x	</a:t>
            </a:r>
          </a:p>
          <a:p>
            <a:pPr algn="ctr">
              <a:lnSpc>
                <a:spcPct val="150000"/>
              </a:lnSpc>
              <a:spcBef>
                <a:spcPts val="100"/>
              </a:spcBef>
            </a:pPr>
            <a:r>
              <a:rPr lang="es-ES" sz="1400" dirty="0">
                <a:solidFill>
                  <a:schemeClr val="tx1"/>
                </a:solidFill>
                <a:latin typeface="Courier New"/>
                <a:cs typeface="Courier New"/>
              </a:rPr>
              <a:t>x	</a:t>
            </a:r>
          </a:p>
          <a:p>
            <a:pPr algn="ctr">
              <a:lnSpc>
                <a:spcPct val="150000"/>
              </a:lnSpc>
              <a:spcBef>
                <a:spcPts val="100"/>
              </a:spcBef>
            </a:pPr>
            <a:r>
              <a:rPr lang="es-ES" sz="1400" dirty="0">
                <a:solidFill>
                  <a:schemeClr val="tx1"/>
                </a:solidFill>
                <a:latin typeface="Courier New"/>
                <a:cs typeface="Courier New"/>
              </a:rPr>
              <a:t>x	</a:t>
            </a:r>
          </a:p>
          <a:p>
            <a:pPr algn="ctr">
              <a:lnSpc>
                <a:spcPct val="150000"/>
              </a:lnSpc>
              <a:spcBef>
                <a:spcPts val="100"/>
              </a:spcBef>
            </a:pPr>
            <a:r>
              <a:rPr lang="es-ES" sz="1400" dirty="0">
                <a:solidFill>
                  <a:schemeClr val="tx1"/>
                </a:solidFill>
                <a:latin typeface="Courier New"/>
                <a:cs typeface="Courier New"/>
              </a:rPr>
              <a:t>x	</a:t>
            </a:r>
          </a:p>
          <a:p>
            <a:pPr algn="ctr">
              <a:lnSpc>
                <a:spcPct val="150000"/>
              </a:lnSpc>
              <a:spcBef>
                <a:spcPts val="100"/>
              </a:spcBef>
            </a:pPr>
            <a:r>
              <a:rPr lang="es-ES" sz="1400" dirty="0">
                <a:solidFill>
                  <a:schemeClr val="tx1"/>
                </a:solidFill>
                <a:latin typeface="Courier New"/>
                <a:cs typeface="Courier New"/>
              </a:rPr>
              <a:t>x	</a:t>
            </a:r>
          </a:p>
          <a:p>
            <a:pPr algn="ctr">
              <a:lnSpc>
                <a:spcPct val="150000"/>
              </a:lnSpc>
              <a:spcBef>
                <a:spcPts val="100"/>
              </a:spcBef>
            </a:pPr>
            <a:r>
              <a:rPr lang="es-ES" sz="1400" dirty="0">
                <a:solidFill>
                  <a:schemeClr val="tx1"/>
                </a:solidFill>
                <a:latin typeface="Courier New"/>
                <a:cs typeface="Courier New"/>
              </a:rPr>
              <a:t>x	</a:t>
            </a:r>
          </a:p>
          <a:p>
            <a:pPr algn="ctr">
              <a:lnSpc>
                <a:spcPct val="150000"/>
              </a:lnSpc>
              <a:spcBef>
                <a:spcPts val="100"/>
              </a:spcBef>
            </a:pPr>
            <a:r>
              <a:rPr lang="es-ES" sz="1400" dirty="0">
                <a:solidFill>
                  <a:schemeClr val="tx1"/>
                </a:solidFill>
                <a:latin typeface="Courier New"/>
                <a:cs typeface="Courier New"/>
              </a:rPr>
              <a:t>x	</a:t>
            </a:r>
          </a:p>
          <a:p>
            <a:pPr algn="ctr">
              <a:lnSpc>
                <a:spcPct val="150000"/>
              </a:lnSpc>
              <a:spcBef>
                <a:spcPts val="100"/>
              </a:spcBef>
            </a:pPr>
            <a:r>
              <a:rPr lang="es-ES" sz="1400" dirty="0">
                <a:solidFill>
                  <a:schemeClr val="tx1"/>
                </a:solidFill>
                <a:latin typeface="Courier New"/>
                <a:cs typeface="Courier New"/>
              </a:rPr>
              <a:t>x	</a:t>
            </a:r>
          </a:p>
          <a:p>
            <a:pPr algn="ctr">
              <a:lnSpc>
                <a:spcPct val="150000"/>
              </a:lnSpc>
              <a:spcBef>
                <a:spcPts val="100"/>
              </a:spcBef>
            </a:pPr>
            <a:r>
              <a:rPr lang="es-ES" sz="1400" dirty="0">
                <a:solidFill>
                  <a:schemeClr val="tx1"/>
                </a:solidFill>
                <a:latin typeface="Courier New"/>
                <a:cs typeface="Courier New"/>
              </a:rPr>
              <a:t>x	</a:t>
            </a:r>
          </a:p>
          <a:p>
            <a:pPr algn="ctr">
              <a:lnSpc>
                <a:spcPct val="150000"/>
              </a:lnSpc>
              <a:spcBef>
                <a:spcPts val="100"/>
              </a:spcBef>
            </a:pPr>
            <a:r>
              <a:rPr lang="es-ES" sz="1400" dirty="0">
                <a:solidFill>
                  <a:schemeClr val="tx1"/>
                </a:solidFill>
                <a:latin typeface="Courier New"/>
                <a:cs typeface="Courier New"/>
              </a:rPr>
              <a:t>x	</a:t>
            </a:r>
          </a:p>
          <a:p>
            <a:pPr algn="ctr">
              <a:lnSpc>
                <a:spcPct val="150000"/>
              </a:lnSpc>
              <a:spcBef>
                <a:spcPts val="100"/>
              </a:spcBef>
            </a:pPr>
            <a:r>
              <a:rPr lang="es-ES" sz="1400" dirty="0">
                <a:solidFill>
                  <a:schemeClr val="tx1"/>
                </a:solidFill>
                <a:latin typeface="Courier New"/>
                <a:cs typeface="Courier New"/>
              </a:rPr>
              <a:t>x	</a:t>
            </a:r>
          </a:p>
          <a:p>
            <a:pPr algn="ctr">
              <a:lnSpc>
                <a:spcPct val="150000"/>
              </a:lnSpc>
              <a:spcBef>
                <a:spcPts val="100"/>
              </a:spcBef>
            </a:pPr>
            <a:r>
              <a:rPr lang="es-ES" sz="1400" dirty="0">
                <a:solidFill>
                  <a:schemeClr val="bg1">
                    <a:lumMod val="75000"/>
                  </a:schemeClr>
                </a:solidFill>
              </a:rPr>
              <a:t>	</a:t>
            </a:r>
          </a:p>
          <a:p>
            <a:pPr algn="ctr">
              <a:lnSpc>
                <a:spcPct val="150000"/>
              </a:lnSpc>
              <a:spcBef>
                <a:spcPts val="100"/>
              </a:spcBef>
            </a:pPr>
            <a:endParaRPr lang="es-ES" dirty="0"/>
          </a:p>
        </p:txBody>
      </p:sp>
      <p:sp>
        <p:nvSpPr>
          <p:cNvPr id="39" name="18 Rectángulo"/>
          <p:cNvSpPr/>
          <p:nvPr/>
        </p:nvSpPr>
        <p:spPr>
          <a:xfrm>
            <a:off x="7761993" y="1394034"/>
            <a:ext cx="899650" cy="495545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  <a:spcBef>
                <a:spcPts val="100"/>
              </a:spcBef>
            </a:pPr>
            <a:r>
              <a:rPr lang="es-ES" sz="1400" dirty="0">
                <a:solidFill>
                  <a:schemeClr val="tx1"/>
                </a:solidFill>
                <a:latin typeface="Courier New"/>
                <a:cs typeface="Courier New"/>
              </a:rPr>
              <a:t>x	</a:t>
            </a:r>
          </a:p>
          <a:p>
            <a:pPr algn="ctr">
              <a:lnSpc>
                <a:spcPct val="150000"/>
              </a:lnSpc>
              <a:spcBef>
                <a:spcPts val="100"/>
              </a:spcBef>
            </a:pPr>
            <a:r>
              <a:rPr lang="es-ES" sz="1400" dirty="0">
                <a:solidFill>
                  <a:schemeClr val="tx1"/>
                </a:solidFill>
                <a:latin typeface="Courier New"/>
                <a:cs typeface="Courier New"/>
              </a:rPr>
              <a:t>x	</a:t>
            </a:r>
          </a:p>
          <a:p>
            <a:pPr algn="ctr">
              <a:lnSpc>
                <a:spcPct val="150000"/>
              </a:lnSpc>
              <a:spcBef>
                <a:spcPts val="100"/>
              </a:spcBef>
            </a:pPr>
            <a:r>
              <a:rPr lang="es-ES" sz="1400" dirty="0">
                <a:solidFill>
                  <a:schemeClr val="tx1"/>
                </a:solidFill>
                <a:latin typeface="Courier New"/>
                <a:cs typeface="Courier New"/>
              </a:rPr>
              <a:t>x	</a:t>
            </a:r>
          </a:p>
          <a:p>
            <a:pPr algn="ctr">
              <a:lnSpc>
                <a:spcPct val="150000"/>
              </a:lnSpc>
              <a:spcBef>
                <a:spcPts val="100"/>
              </a:spcBef>
            </a:pPr>
            <a:r>
              <a:rPr lang="es-ES" sz="1400" dirty="0">
                <a:solidFill>
                  <a:schemeClr val="tx1"/>
                </a:solidFill>
                <a:latin typeface="Courier New"/>
                <a:cs typeface="Courier New"/>
              </a:rPr>
              <a:t>x	</a:t>
            </a:r>
          </a:p>
          <a:p>
            <a:pPr algn="ctr">
              <a:lnSpc>
                <a:spcPct val="150000"/>
              </a:lnSpc>
              <a:spcBef>
                <a:spcPts val="100"/>
              </a:spcBef>
            </a:pPr>
            <a:r>
              <a:rPr lang="es-ES" sz="1400" dirty="0">
                <a:solidFill>
                  <a:schemeClr val="tx1"/>
                </a:solidFill>
                <a:latin typeface="Courier New"/>
                <a:cs typeface="Courier New"/>
              </a:rPr>
              <a:t>x	</a:t>
            </a:r>
          </a:p>
          <a:p>
            <a:pPr algn="ctr">
              <a:lnSpc>
                <a:spcPct val="150000"/>
              </a:lnSpc>
              <a:spcBef>
                <a:spcPts val="100"/>
              </a:spcBef>
            </a:pPr>
            <a:r>
              <a:rPr lang="es-ES" sz="1400" dirty="0">
                <a:solidFill>
                  <a:schemeClr val="tx1"/>
                </a:solidFill>
                <a:latin typeface="Courier New"/>
                <a:cs typeface="Courier New"/>
              </a:rPr>
              <a:t>x	</a:t>
            </a:r>
          </a:p>
          <a:p>
            <a:pPr algn="ctr">
              <a:lnSpc>
                <a:spcPct val="150000"/>
              </a:lnSpc>
              <a:spcBef>
                <a:spcPts val="100"/>
              </a:spcBef>
            </a:pPr>
            <a:r>
              <a:rPr lang="es-ES" sz="1400" dirty="0">
                <a:solidFill>
                  <a:schemeClr val="tx1"/>
                </a:solidFill>
                <a:latin typeface="Courier New"/>
                <a:cs typeface="Courier New"/>
              </a:rPr>
              <a:t>x	</a:t>
            </a:r>
          </a:p>
          <a:p>
            <a:pPr algn="ctr">
              <a:lnSpc>
                <a:spcPct val="150000"/>
              </a:lnSpc>
              <a:spcBef>
                <a:spcPts val="100"/>
              </a:spcBef>
            </a:pPr>
            <a:r>
              <a:rPr lang="es-ES" sz="1400" dirty="0">
                <a:solidFill>
                  <a:schemeClr val="tx1"/>
                </a:solidFill>
                <a:latin typeface="Courier New"/>
                <a:cs typeface="Courier New"/>
              </a:rPr>
              <a:t>x	</a:t>
            </a:r>
          </a:p>
          <a:p>
            <a:pPr algn="ctr">
              <a:lnSpc>
                <a:spcPct val="150000"/>
              </a:lnSpc>
              <a:spcBef>
                <a:spcPts val="100"/>
              </a:spcBef>
            </a:pPr>
            <a:r>
              <a:rPr lang="es-ES" sz="1400" dirty="0">
                <a:solidFill>
                  <a:schemeClr val="tx1"/>
                </a:solidFill>
                <a:latin typeface="Courier New"/>
                <a:cs typeface="Courier New"/>
              </a:rPr>
              <a:t>x	</a:t>
            </a:r>
          </a:p>
          <a:p>
            <a:pPr algn="ctr">
              <a:lnSpc>
                <a:spcPct val="150000"/>
              </a:lnSpc>
              <a:spcBef>
                <a:spcPts val="100"/>
              </a:spcBef>
            </a:pPr>
            <a:r>
              <a:rPr lang="es-ES" sz="1400" dirty="0">
                <a:solidFill>
                  <a:schemeClr val="tx1"/>
                </a:solidFill>
                <a:latin typeface="Courier New"/>
                <a:cs typeface="Courier New"/>
              </a:rPr>
              <a:t>x	</a:t>
            </a:r>
          </a:p>
          <a:p>
            <a:pPr algn="ctr">
              <a:lnSpc>
                <a:spcPct val="150000"/>
              </a:lnSpc>
              <a:spcBef>
                <a:spcPts val="100"/>
              </a:spcBef>
            </a:pPr>
            <a:r>
              <a:rPr lang="es-ES" sz="1400" dirty="0">
                <a:solidFill>
                  <a:schemeClr val="tx1"/>
                </a:solidFill>
                <a:latin typeface="Courier New"/>
                <a:cs typeface="Courier New"/>
              </a:rPr>
              <a:t>x	</a:t>
            </a:r>
          </a:p>
          <a:p>
            <a:pPr algn="ctr">
              <a:lnSpc>
                <a:spcPct val="150000"/>
              </a:lnSpc>
              <a:spcBef>
                <a:spcPts val="100"/>
              </a:spcBef>
            </a:pPr>
            <a:r>
              <a:rPr lang="es-ES" sz="1400" dirty="0">
                <a:solidFill>
                  <a:schemeClr val="tx1"/>
                </a:solidFill>
                <a:latin typeface="Courier New"/>
                <a:cs typeface="Courier New"/>
              </a:rPr>
              <a:t>x	</a:t>
            </a:r>
          </a:p>
          <a:p>
            <a:pPr algn="ctr">
              <a:lnSpc>
                <a:spcPct val="150000"/>
              </a:lnSpc>
              <a:spcBef>
                <a:spcPts val="100"/>
              </a:spcBef>
            </a:pPr>
            <a:r>
              <a:rPr lang="es-ES" sz="1400" dirty="0">
                <a:solidFill>
                  <a:schemeClr val="tx1"/>
                </a:solidFill>
                <a:latin typeface="Courier New"/>
                <a:cs typeface="Courier New"/>
              </a:rPr>
              <a:t>x</a:t>
            </a:r>
            <a:r>
              <a:rPr lang="es-ES" sz="1400" dirty="0">
                <a:solidFill>
                  <a:schemeClr val="bg1">
                    <a:lumMod val="75000"/>
                  </a:schemeClr>
                </a:solidFill>
              </a:rPr>
              <a:t>	</a:t>
            </a:r>
          </a:p>
          <a:p>
            <a:pPr algn="ctr">
              <a:lnSpc>
                <a:spcPct val="150000"/>
              </a:lnSpc>
              <a:spcBef>
                <a:spcPts val="100"/>
              </a:spcBef>
            </a:pPr>
            <a:endParaRPr lang="es-ES" dirty="0"/>
          </a:p>
        </p:txBody>
      </p:sp>
      <p:grpSp>
        <p:nvGrpSpPr>
          <p:cNvPr id="30" name="Agrupar 29"/>
          <p:cNvGrpSpPr/>
          <p:nvPr/>
        </p:nvGrpSpPr>
        <p:grpSpPr>
          <a:xfrm>
            <a:off x="709501" y="1536841"/>
            <a:ext cx="459186" cy="4981290"/>
            <a:chOff x="709501" y="1536841"/>
            <a:chExt cx="459186" cy="4981290"/>
          </a:xfrm>
        </p:grpSpPr>
        <p:sp>
          <p:nvSpPr>
            <p:cNvPr id="44" name="6 Rectángulo"/>
            <p:cNvSpPr/>
            <p:nvPr/>
          </p:nvSpPr>
          <p:spPr>
            <a:xfrm>
              <a:off x="709501" y="3205763"/>
              <a:ext cx="459186" cy="1656184"/>
            </a:xfrm>
            <a:prstGeom prst="rect">
              <a:avLst/>
            </a:prstGeom>
            <a:noFill/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7" name="6 Rectángulo"/>
            <p:cNvSpPr/>
            <p:nvPr/>
          </p:nvSpPr>
          <p:spPr>
            <a:xfrm>
              <a:off x="709501" y="1536841"/>
              <a:ext cx="459186" cy="1656184"/>
            </a:xfrm>
            <a:prstGeom prst="rect">
              <a:avLst/>
            </a:prstGeom>
            <a:noFill/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48" name="6 Rectángulo"/>
            <p:cNvSpPr/>
            <p:nvPr/>
          </p:nvSpPr>
          <p:spPr>
            <a:xfrm>
              <a:off x="709501" y="4861947"/>
              <a:ext cx="459186" cy="1656184"/>
            </a:xfrm>
            <a:prstGeom prst="rect">
              <a:avLst/>
            </a:prstGeom>
            <a:noFill/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sp>
        <p:nvSpPr>
          <p:cNvPr id="31" name="CuadroTexto 30"/>
          <p:cNvSpPr txBox="1"/>
          <p:nvPr/>
        </p:nvSpPr>
        <p:spPr>
          <a:xfrm>
            <a:off x="2948609" y="1068876"/>
            <a:ext cx="55020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>
                <a:latin typeface="Century"/>
                <a:cs typeface="Century"/>
              </a:rPr>
              <a:t>A                                *                           v       =      c</a:t>
            </a:r>
          </a:p>
        </p:txBody>
      </p:sp>
      <p:sp>
        <p:nvSpPr>
          <p:cNvPr id="19" name="18 Rectángulo"/>
          <p:cNvSpPr/>
          <p:nvPr/>
        </p:nvSpPr>
        <p:spPr>
          <a:xfrm>
            <a:off x="-13772" y="1438208"/>
            <a:ext cx="899650" cy="504729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  <a:spcBef>
                <a:spcPts val="100"/>
              </a:spcBef>
            </a:pPr>
            <a:r>
              <a:rPr lang="es-ES" sz="1400" dirty="0">
                <a:solidFill>
                  <a:schemeClr val="tx1"/>
                </a:solidFill>
                <a:latin typeface="Courier New"/>
                <a:cs typeface="Courier New"/>
              </a:rPr>
              <a:t>0	</a:t>
            </a:r>
          </a:p>
          <a:p>
            <a:pPr algn="ctr">
              <a:lnSpc>
                <a:spcPct val="150000"/>
              </a:lnSpc>
              <a:spcBef>
                <a:spcPts val="100"/>
              </a:spcBef>
            </a:pPr>
            <a:r>
              <a:rPr lang="es-ES" sz="1400" dirty="0">
                <a:solidFill>
                  <a:schemeClr val="tx1"/>
                </a:solidFill>
                <a:latin typeface="Courier New"/>
                <a:cs typeface="Courier New"/>
              </a:rPr>
              <a:t>1	</a:t>
            </a:r>
          </a:p>
          <a:p>
            <a:pPr algn="ctr">
              <a:lnSpc>
                <a:spcPct val="150000"/>
              </a:lnSpc>
              <a:spcBef>
                <a:spcPts val="100"/>
              </a:spcBef>
            </a:pPr>
            <a:r>
              <a:rPr lang="es-ES" sz="1400" dirty="0">
                <a:solidFill>
                  <a:schemeClr val="tx1"/>
                </a:solidFill>
                <a:latin typeface="Courier New"/>
                <a:cs typeface="Courier New"/>
              </a:rPr>
              <a:t>2	</a:t>
            </a:r>
          </a:p>
          <a:p>
            <a:pPr algn="ctr">
              <a:lnSpc>
                <a:spcPct val="150000"/>
              </a:lnSpc>
              <a:spcBef>
                <a:spcPts val="100"/>
              </a:spcBef>
            </a:pPr>
            <a:r>
              <a:rPr lang="es-ES" sz="1400" dirty="0">
                <a:solidFill>
                  <a:schemeClr val="tx1"/>
                </a:solidFill>
                <a:latin typeface="Courier New"/>
                <a:cs typeface="Courier New"/>
              </a:rPr>
              <a:t>3	</a:t>
            </a:r>
          </a:p>
          <a:p>
            <a:pPr algn="ctr">
              <a:lnSpc>
                <a:spcPct val="150000"/>
              </a:lnSpc>
              <a:spcBef>
                <a:spcPts val="100"/>
              </a:spcBef>
            </a:pPr>
            <a:r>
              <a:rPr lang="es-ES" sz="1400" dirty="0">
                <a:solidFill>
                  <a:schemeClr val="tx1"/>
                </a:solidFill>
                <a:latin typeface="Courier New"/>
                <a:cs typeface="Courier New"/>
              </a:rPr>
              <a:t>4	</a:t>
            </a:r>
          </a:p>
          <a:p>
            <a:pPr algn="ctr">
              <a:lnSpc>
                <a:spcPct val="150000"/>
              </a:lnSpc>
              <a:spcBef>
                <a:spcPts val="100"/>
              </a:spcBef>
            </a:pPr>
            <a:r>
              <a:rPr lang="es-ES" sz="1400" dirty="0">
                <a:solidFill>
                  <a:schemeClr val="tx1"/>
                </a:solidFill>
                <a:latin typeface="Courier New"/>
                <a:cs typeface="Courier New"/>
              </a:rPr>
              <a:t>0	</a:t>
            </a:r>
          </a:p>
          <a:p>
            <a:pPr algn="ctr">
              <a:lnSpc>
                <a:spcPct val="150000"/>
              </a:lnSpc>
              <a:spcBef>
                <a:spcPts val="100"/>
              </a:spcBef>
            </a:pPr>
            <a:r>
              <a:rPr lang="es-ES" sz="1400" dirty="0">
                <a:solidFill>
                  <a:schemeClr val="tx1"/>
                </a:solidFill>
                <a:latin typeface="Courier New"/>
                <a:cs typeface="Courier New"/>
              </a:rPr>
              <a:t>1	</a:t>
            </a:r>
          </a:p>
          <a:p>
            <a:pPr algn="ctr">
              <a:lnSpc>
                <a:spcPct val="150000"/>
              </a:lnSpc>
              <a:spcBef>
                <a:spcPts val="100"/>
              </a:spcBef>
            </a:pPr>
            <a:r>
              <a:rPr lang="es-ES" sz="1400" dirty="0">
                <a:solidFill>
                  <a:schemeClr val="tx1"/>
                </a:solidFill>
                <a:latin typeface="Courier New"/>
                <a:cs typeface="Courier New"/>
              </a:rPr>
              <a:t>2	</a:t>
            </a:r>
          </a:p>
          <a:p>
            <a:pPr algn="ctr">
              <a:lnSpc>
                <a:spcPct val="150000"/>
              </a:lnSpc>
              <a:spcBef>
                <a:spcPts val="100"/>
              </a:spcBef>
            </a:pPr>
            <a:r>
              <a:rPr lang="es-ES" sz="1400" dirty="0">
                <a:solidFill>
                  <a:schemeClr val="tx1"/>
                </a:solidFill>
                <a:latin typeface="Courier New"/>
                <a:cs typeface="Courier New"/>
              </a:rPr>
              <a:t>3	</a:t>
            </a:r>
          </a:p>
          <a:p>
            <a:pPr algn="ctr">
              <a:lnSpc>
                <a:spcPct val="150000"/>
              </a:lnSpc>
              <a:spcBef>
                <a:spcPts val="100"/>
              </a:spcBef>
            </a:pPr>
            <a:r>
              <a:rPr lang="es-ES" sz="1400" dirty="0">
                <a:solidFill>
                  <a:schemeClr val="tx1"/>
                </a:solidFill>
                <a:latin typeface="Courier New"/>
                <a:cs typeface="Courier New"/>
              </a:rPr>
              <a:t>4	</a:t>
            </a:r>
          </a:p>
          <a:p>
            <a:pPr algn="ctr">
              <a:lnSpc>
                <a:spcPct val="150000"/>
              </a:lnSpc>
              <a:spcBef>
                <a:spcPts val="100"/>
              </a:spcBef>
            </a:pPr>
            <a:r>
              <a:rPr lang="es-ES" sz="1400" dirty="0">
                <a:solidFill>
                  <a:schemeClr val="tx1"/>
                </a:solidFill>
                <a:latin typeface="Courier New"/>
                <a:cs typeface="Courier New"/>
              </a:rPr>
              <a:t>0	</a:t>
            </a:r>
          </a:p>
          <a:p>
            <a:pPr algn="ctr">
              <a:lnSpc>
                <a:spcPct val="150000"/>
              </a:lnSpc>
              <a:spcBef>
                <a:spcPts val="100"/>
              </a:spcBef>
            </a:pPr>
            <a:r>
              <a:rPr lang="es-ES" sz="1400" dirty="0">
                <a:solidFill>
                  <a:schemeClr val="tx1"/>
                </a:solidFill>
                <a:latin typeface="Courier New"/>
                <a:cs typeface="Courier New"/>
              </a:rPr>
              <a:t>1	</a:t>
            </a:r>
          </a:p>
          <a:p>
            <a:pPr algn="ctr">
              <a:lnSpc>
                <a:spcPct val="150000"/>
              </a:lnSpc>
              <a:spcBef>
                <a:spcPts val="100"/>
              </a:spcBef>
            </a:pPr>
            <a:r>
              <a:rPr lang="es-ES" sz="1400" dirty="0">
                <a:solidFill>
                  <a:schemeClr val="tx1"/>
                </a:solidFill>
                <a:latin typeface="Courier New"/>
                <a:cs typeface="Courier New"/>
              </a:rPr>
              <a:t>2</a:t>
            </a:r>
            <a:r>
              <a:rPr lang="es-ES" sz="1400" dirty="0">
                <a:solidFill>
                  <a:schemeClr val="bg1">
                    <a:lumMod val="75000"/>
                  </a:schemeClr>
                </a:solidFill>
              </a:rPr>
              <a:t>	</a:t>
            </a:r>
          </a:p>
          <a:p>
            <a:pPr algn="ctr">
              <a:lnSpc>
                <a:spcPct val="150000"/>
              </a:lnSpc>
              <a:spcBef>
                <a:spcPts val="100"/>
              </a:spcBef>
            </a:pPr>
            <a:r>
              <a:rPr lang="es-ES" sz="1400" dirty="0">
                <a:solidFill>
                  <a:schemeClr val="tx1"/>
                </a:solidFill>
                <a:latin typeface="Courier New"/>
                <a:cs typeface="Courier New"/>
              </a:rPr>
              <a:t>3</a:t>
            </a:r>
          </a:p>
          <a:p>
            <a:pPr algn="ctr">
              <a:lnSpc>
                <a:spcPct val="150000"/>
              </a:lnSpc>
              <a:spcBef>
                <a:spcPts val="100"/>
              </a:spcBef>
            </a:pPr>
            <a:r>
              <a:rPr lang="es-ES" sz="1400" dirty="0">
                <a:solidFill>
                  <a:schemeClr val="tx1"/>
                </a:solidFill>
                <a:latin typeface="Courier New"/>
                <a:cs typeface="Courier New"/>
              </a:rPr>
              <a:t>4</a:t>
            </a:r>
            <a:endParaRPr lang="es-ES" sz="1400" dirty="0"/>
          </a:p>
        </p:txBody>
      </p:sp>
      <p:sp>
        <p:nvSpPr>
          <p:cNvPr id="3" name="CuadroTexto 2"/>
          <p:cNvSpPr txBox="1"/>
          <p:nvPr/>
        </p:nvSpPr>
        <p:spPr>
          <a:xfrm>
            <a:off x="-13772" y="973804"/>
            <a:ext cx="136979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 err="1">
                <a:latin typeface="Courier New"/>
                <a:cs typeface="Courier New"/>
              </a:rPr>
              <a:t>threadIdx.x</a:t>
            </a:r>
            <a:endParaRPr lang="en-GB" sz="1400" dirty="0">
              <a:latin typeface="Courier New"/>
              <a:cs typeface="Courier New"/>
            </a:endParaRPr>
          </a:p>
        </p:txBody>
      </p:sp>
      <p:sp>
        <p:nvSpPr>
          <p:cNvPr id="21" name="6 Rectángulo"/>
          <p:cNvSpPr/>
          <p:nvPr/>
        </p:nvSpPr>
        <p:spPr>
          <a:xfrm>
            <a:off x="709501" y="2510342"/>
            <a:ext cx="5487964" cy="367575"/>
          </a:xfrm>
          <a:prstGeom prst="rect">
            <a:avLst/>
          </a:prstGeom>
          <a:noFill/>
          <a:ln>
            <a:solidFill>
              <a:schemeClr val="accent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grpSp>
        <p:nvGrpSpPr>
          <p:cNvPr id="10" name="Agrupar 9"/>
          <p:cNvGrpSpPr/>
          <p:nvPr/>
        </p:nvGrpSpPr>
        <p:grpSpPr>
          <a:xfrm>
            <a:off x="1527582" y="979729"/>
            <a:ext cx="7294099" cy="2286816"/>
            <a:chOff x="1527582" y="979729"/>
            <a:chExt cx="7294099" cy="2286816"/>
          </a:xfrm>
        </p:grpSpPr>
        <p:sp>
          <p:nvSpPr>
            <p:cNvPr id="23" name="CuadroTexto 22"/>
            <p:cNvSpPr txBox="1"/>
            <p:nvPr/>
          </p:nvSpPr>
          <p:spPr>
            <a:xfrm>
              <a:off x="4435181" y="2958768"/>
              <a:ext cx="4386500" cy="307777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en-GB" sz="1400" dirty="0" err="1">
                  <a:latin typeface="Courier New"/>
                  <a:cs typeface="Courier New"/>
                </a:rPr>
                <a:t>i</a:t>
              </a:r>
              <a:r>
                <a:rPr lang="en-GB" sz="1400" dirty="0">
                  <a:latin typeface="Courier New"/>
                  <a:cs typeface="Courier New"/>
                </a:rPr>
                <a:t> = </a:t>
              </a:r>
              <a:r>
                <a:rPr lang="en-GB" sz="1400" dirty="0" err="1">
                  <a:latin typeface="Courier New"/>
                  <a:cs typeface="Courier New"/>
                </a:rPr>
                <a:t>threadID.x</a:t>
              </a:r>
              <a:r>
                <a:rPr lang="en-GB" sz="1400" dirty="0">
                  <a:latin typeface="Courier New"/>
                  <a:cs typeface="Courier New"/>
                </a:rPr>
                <a:t> + </a:t>
              </a:r>
              <a:r>
                <a:rPr lang="en-GB" sz="1400" dirty="0" err="1">
                  <a:latin typeface="Courier New"/>
                  <a:cs typeface="Courier New"/>
                </a:rPr>
                <a:t>blockID.x</a:t>
              </a:r>
              <a:r>
                <a:rPr lang="en-GB" sz="1400" dirty="0">
                  <a:latin typeface="Courier New"/>
                  <a:cs typeface="Courier New"/>
                </a:rPr>
                <a:t> * </a:t>
              </a:r>
              <a:r>
                <a:rPr lang="en-GB" sz="1400" dirty="0" err="1">
                  <a:latin typeface="Courier New"/>
                  <a:cs typeface="Courier New"/>
                </a:rPr>
                <a:t>blockDim.x</a:t>
              </a:r>
              <a:endParaRPr lang="en-GB" sz="1400" dirty="0">
                <a:latin typeface="Courier New"/>
                <a:cs typeface="Courier New"/>
              </a:endParaRPr>
            </a:p>
          </p:txBody>
        </p:sp>
        <p:grpSp>
          <p:nvGrpSpPr>
            <p:cNvPr id="25" name="Agrupar 24"/>
            <p:cNvGrpSpPr/>
            <p:nvPr/>
          </p:nvGrpSpPr>
          <p:grpSpPr>
            <a:xfrm>
              <a:off x="1527582" y="979729"/>
              <a:ext cx="2797444" cy="1896168"/>
              <a:chOff x="1254134" y="2039300"/>
              <a:chExt cx="2797444" cy="1896168"/>
            </a:xfrm>
          </p:grpSpPr>
          <p:sp>
            <p:nvSpPr>
              <p:cNvPr id="26" name="Elipse 25"/>
              <p:cNvSpPr/>
              <p:nvPr/>
            </p:nvSpPr>
            <p:spPr>
              <a:xfrm>
                <a:off x="3738542" y="3595587"/>
                <a:ext cx="313036" cy="339881"/>
              </a:xfrm>
              <a:prstGeom prst="ellipse">
                <a:avLst/>
              </a:prstGeom>
              <a:noFill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7" name="CuadroTexto 26"/>
              <p:cNvSpPr txBox="1"/>
              <p:nvPr/>
            </p:nvSpPr>
            <p:spPr>
              <a:xfrm>
                <a:off x="1254134" y="2039300"/>
                <a:ext cx="59344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1400" dirty="0">
                    <a:latin typeface="Century"/>
                    <a:cs typeface="Century"/>
                  </a:rPr>
                  <a:t>A</a:t>
                </a:r>
                <a:r>
                  <a:rPr lang="en-GB" sz="1400">
                    <a:latin typeface="Century"/>
                    <a:cs typeface="Century"/>
                  </a:rPr>
                  <a:t>(i,j</a:t>
                </a:r>
                <a:r>
                  <a:rPr lang="en-GB" sz="1400" dirty="0">
                    <a:latin typeface="Century"/>
                    <a:cs typeface="Century"/>
                  </a:rPr>
                  <a:t>)</a:t>
                </a:r>
              </a:p>
            </p:txBody>
          </p:sp>
          <p:cxnSp>
            <p:nvCxnSpPr>
              <p:cNvPr id="28" name="Conector recto de flecha 27"/>
              <p:cNvCxnSpPr>
                <a:stCxn id="27" idx="3"/>
                <a:endCxn id="26" idx="1"/>
              </p:cNvCxnSpPr>
              <p:nvPr/>
            </p:nvCxnSpPr>
            <p:spPr>
              <a:xfrm>
                <a:off x="1847578" y="2193189"/>
                <a:ext cx="1936807" cy="1452172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8303885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3" grpId="0"/>
      <p:bldP spid="2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289DC4-F137-9395-649B-1AFF65EEEA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>
            <a:extLst>
              <a:ext uri="{FF2B5EF4-FFF2-40B4-BE49-F238E27FC236}">
                <a16:creationId xmlns:a16="http://schemas.microsoft.com/office/drawing/2014/main" id="{4608C0FD-195D-1BC6-D3D8-7F273EB1F2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34730"/>
          </a:xfrm>
        </p:spPr>
        <p:txBody>
          <a:bodyPr/>
          <a:lstStyle/>
          <a:p>
            <a:r>
              <a:rPr lang="es-ES" dirty="0" err="1"/>
              <a:t>Example</a:t>
            </a:r>
            <a:r>
              <a:rPr lang="es-ES" dirty="0"/>
              <a:t>: c = A * v</a:t>
            </a:r>
          </a:p>
        </p:txBody>
      </p:sp>
      <p:sp>
        <p:nvSpPr>
          <p:cNvPr id="6" name="5 Rectángulo">
            <a:extLst>
              <a:ext uri="{FF2B5EF4-FFF2-40B4-BE49-F238E27FC236}">
                <a16:creationId xmlns:a16="http://schemas.microsoft.com/office/drawing/2014/main" id="{F98221DD-B2F2-BB71-8FEF-8277D178A9F0}"/>
              </a:ext>
            </a:extLst>
          </p:cNvPr>
          <p:cNvSpPr/>
          <p:nvPr/>
        </p:nvSpPr>
        <p:spPr>
          <a:xfrm>
            <a:off x="436053" y="2728858"/>
            <a:ext cx="6057302" cy="1937931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s-ES" sz="1400" dirty="0">
                <a:solidFill>
                  <a:schemeClr val="tx1"/>
                </a:solidFill>
                <a:latin typeface="Courier New"/>
                <a:cs typeface="Courier New"/>
              </a:rPr>
              <a:t>x	x	x	x	x	x	x	x	x	x	x	x</a:t>
            </a:r>
          </a:p>
          <a:p>
            <a:pPr algn="ctr">
              <a:lnSpc>
                <a:spcPct val="150000"/>
              </a:lnSpc>
              <a:spcBef>
                <a:spcPts val="100"/>
              </a:spcBef>
            </a:pPr>
            <a:r>
              <a:rPr lang="es-ES" sz="1400" dirty="0">
                <a:solidFill>
                  <a:schemeClr val="tx1"/>
                </a:solidFill>
                <a:latin typeface="Courier New"/>
                <a:cs typeface="Courier New"/>
              </a:rPr>
              <a:t>x	x	x	x	x	x	x	x	x	x	x	x</a:t>
            </a:r>
          </a:p>
          <a:p>
            <a:pPr algn="ctr">
              <a:lnSpc>
                <a:spcPct val="150000"/>
              </a:lnSpc>
              <a:spcBef>
                <a:spcPts val="100"/>
              </a:spcBef>
            </a:pPr>
            <a:r>
              <a:rPr lang="es-ES" sz="1400" dirty="0">
                <a:solidFill>
                  <a:schemeClr val="tx1"/>
                </a:solidFill>
                <a:latin typeface="Courier New"/>
                <a:cs typeface="Courier New"/>
              </a:rPr>
              <a:t>x	x	x	x	x	x	x	x	x	x	x	x</a:t>
            </a:r>
          </a:p>
          <a:p>
            <a:pPr algn="ctr">
              <a:lnSpc>
                <a:spcPct val="150000"/>
              </a:lnSpc>
              <a:spcBef>
                <a:spcPts val="100"/>
              </a:spcBef>
            </a:pPr>
            <a:r>
              <a:rPr lang="es-ES" sz="1400" dirty="0">
                <a:solidFill>
                  <a:schemeClr val="tx1"/>
                </a:solidFill>
                <a:latin typeface="Courier New"/>
                <a:cs typeface="Courier New"/>
              </a:rPr>
              <a:t>x	x	x	x	x	x	x	x	x	x	x	x</a:t>
            </a:r>
          </a:p>
          <a:p>
            <a:pPr algn="ctr">
              <a:lnSpc>
                <a:spcPct val="150000"/>
              </a:lnSpc>
              <a:spcBef>
                <a:spcPts val="100"/>
              </a:spcBef>
            </a:pPr>
            <a:r>
              <a:rPr lang="es-ES" sz="1400" dirty="0">
                <a:solidFill>
                  <a:schemeClr val="tx1"/>
                </a:solidFill>
                <a:latin typeface="Courier New"/>
                <a:cs typeface="Courier New"/>
              </a:rPr>
              <a:t>x	x	x	x	x	x	x	x	x	x	x	x</a:t>
            </a:r>
          </a:p>
        </p:txBody>
      </p:sp>
      <p:sp>
        <p:nvSpPr>
          <p:cNvPr id="32" name="18 Rectángulo">
            <a:extLst>
              <a:ext uri="{FF2B5EF4-FFF2-40B4-BE49-F238E27FC236}">
                <a16:creationId xmlns:a16="http://schemas.microsoft.com/office/drawing/2014/main" id="{43A78479-EA31-3F0B-26A8-6B0065A1C9EF}"/>
              </a:ext>
            </a:extLst>
          </p:cNvPr>
          <p:cNvSpPr/>
          <p:nvPr/>
        </p:nvSpPr>
        <p:spPr>
          <a:xfrm>
            <a:off x="6704103" y="1394034"/>
            <a:ext cx="899650" cy="495545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  <a:spcBef>
                <a:spcPts val="100"/>
              </a:spcBef>
            </a:pPr>
            <a:r>
              <a:rPr lang="es-ES" sz="1400" dirty="0">
                <a:solidFill>
                  <a:schemeClr val="tx1"/>
                </a:solidFill>
                <a:latin typeface="Courier New"/>
                <a:cs typeface="Courier New"/>
              </a:rPr>
              <a:t>x	</a:t>
            </a:r>
          </a:p>
          <a:p>
            <a:pPr algn="ctr">
              <a:lnSpc>
                <a:spcPct val="150000"/>
              </a:lnSpc>
              <a:spcBef>
                <a:spcPts val="100"/>
              </a:spcBef>
            </a:pPr>
            <a:r>
              <a:rPr lang="es-ES" sz="1400" dirty="0">
                <a:solidFill>
                  <a:schemeClr val="tx1"/>
                </a:solidFill>
                <a:latin typeface="Courier New"/>
                <a:cs typeface="Courier New"/>
              </a:rPr>
              <a:t>x	</a:t>
            </a:r>
          </a:p>
          <a:p>
            <a:pPr algn="ctr">
              <a:lnSpc>
                <a:spcPct val="150000"/>
              </a:lnSpc>
              <a:spcBef>
                <a:spcPts val="100"/>
              </a:spcBef>
            </a:pPr>
            <a:r>
              <a:rPr lang="es-ES" sz="1400" dirty="0">
                <a:solidFill>
                  <a:schemeClr val="tx1"/>
                </a:solidFill>
                <a:latin typeface="Courier New"/>
                <a:cs typeface="Courier New"/>
              </a:rPr>
              <a:t>x	</a:t>
            </a:r>
          </a:p>
          <a:p>
            <a:pPr algn="ctr">
              <a:lnSpc>
                <a:spcPct val="150000"/>
              </a:lnSpc>
              <a:spcBef>
                <a:spcPts val="100"/>
              </a:spcBef>
            </a:pPr>
            <a:r>
              <a:rPr lang="es-ES" sz="1400" dirty="0">
                <a:solidFill>
                  <a:schemeClr val="tx1"/>
                </a:solidFill>
                <a:latin typeface="Courier New"/>
                <a:cs typeface="Courier New"/>
              </a:rPr>
              <a:t>x	</a:t>
            </a:r>
          </a:p>
          <a:p>
            <a:pPr algn="ctr">
              <a:lnSpc>
                <a:spcPct val="150000"/>
              </a:lnSpc>
              <a:spcBef>
                <a:spcPts val="100"/>
              </a:spcBef>
            </a:pPr>
            <a:r>
              <a:rPr lang="es-ES" sz="1400" dirty="0">
                <a:solidFill>
                  <a:schemeClr val="tx1"/>
                </a:solidFill>
                <a:latin typeface="Courier New"/>
                <a:cs typeface="Courier New"/>
              </a:rPr>
              <a:t>x	</a:t>
            </a:r>
          </a:p>
          <a:p>
            <a:pPr algn="ctr">
              <a:lnSpc>
                <a:spcPct val="150000"/>
              </a:lnSpc>
              <a:spcBef>
                <a:spcPts val="100"/>
              </a:spcBef>
            </a:pPr>
            <a:r>
              <a:rPr lang="es-ES" sz="1400" dirty="0">
                <a:solidFill>
                  <a:schemeClr val="tx1"/>
                </a:solidFill>
                <a:latin typeface="Courier New"/>
                <a:cs typeface="Courier New"/>
              </a:rPr>
              <a:t>x	</a:t>
            </a:r>
          </a:p>
          <a:p>
            <a:pPr algn="ctr">
              <a:lnSpc>
                <a:spcPct val="150000"/>
              </a:lnSpc>
              <a:spcBef>
                <a:spcPts val="100"/>
              </a:spcBef>
            </a:pPr>
            <a:r>
              <a:rPr lang="es-ES" sz="1400" dirty="0">
                <a:solidFill>
                  <a:schemeClr val="tx1"/>
                </a:solidFill>
                <a:latin typeface="Courier New"/>
                <a:cs typeface="Courier New"/>
              </a:rPr>
              <a:t>x	</a:t>
            </a:r>
          </a:p>
          <a:p>
            <a:pPr algn="ctr">
              <a:lnSpc>
                <a:spcPct val="150000"/>
              </a:lnSpc>
              <a:spcBef>
                <a:spcPts val="100"/>
              </a:spcBef>
            </a:pPr>
            <a:r>
              <a:rPr lang="es-ES" sz="1400" dirty="0">
                <a:solidFill>
                  <a:schemeClr val="tx1"/>
                </a:solidFill>
                <a:latin typeface="Courier New"/>
                <a:cs typeface="Courier New"/>
              </a:rPr>
              <a:t>x	</a:t>
            </a:r>
          </a:p>
          <a:p>
            <a:pPr algn="ctr">
              <a:lnSpc>
                <a:spcPct val="150000"/>
              </a:lnSpc>
              <a:spcBef>
                <a:spcPts val="100"/>
              </a:spcBef>
            </a:pPr>
            <a:r>
              <a:rPr lang="es-ES" sz="1400" dirty="0">
                <a:solidFill>
                  <a:schemeClr val="tx1"/>
                </a:solidFill>
                <a:latin typeface="Courier New"/>
                <a:cs typeface="Courier New"/>
              </a:rPr>
              <a:t>x	</a:t>
            </a:r>
          </a:p>
          <a:p>
            <a:pPr algn="ctr">
              <a:lnSpc>
                <a:spcPct val="150000"/>
              </a:lnSpc>
              <a:spcBef>
                <a:spcPts val="100"/>
              </a:spcBef>
            </a:pPr>
            <a:r>
              <a:rPr lang="es-ES" sz="1400" dirty="0">
                <a:solidFill>
                  <a:schemeClr val="tx1"/>
                </a:solidFill>
                <a:latin typeface="Courier New"/>
                <a:cs typeface="Courier New"/>
              </a:rPr>
              <a:t>x	</a:t>
            </a:r>
          </a:p>
          <a:p>
            <a:pPr algn="ctr">
              <a:lnSpc>
                <a:spcPct val="150000"/>
              </a:lnSpc>
              <a:spcBef>
                <a:spcPts val="100"/>
              </a:spcBef>
            </a:pPr>
            <a:r>
              <a:rPr lang="es-ES" sz="1400" dirty="0">
                <a:solidFill>
                  <a:schemeClr val="tx1"/>
                </a:solidFill>
                <a:latin typeface="Courier New"/>
                <a:cs typeface="Courier New"/>
              </a:rPr>
              <a:t>x	</a:t>
            </a:r>
          </a:p>
          <a:p>
            <a:pPr algn="ctr">
              <a:lnSpc>
                <a:spcPct val="150000"/>
              </a:lnSpc>
              <a:spcBef>
                <a:spcPts val="100"/>
              </a:spcBef>
            </a:pPr>
            <a:r>
              <a:rPr lang="es-ES" sz="1400" dirty="0">
                <a:solidFill>
                  <a:schemeClr val="tx1"/>
                </a:solidFill>
                <a:latin typeface="Courier New"/>
                <a:cs typeface="Courier New"/>
              </a:rPr>
              <a:t>x	</a:t>
            </a:r>
          </a:p>
          <a:p>
            <a:pPr algn="ctr">
              <a:lnSpc>
                <a:spcPct val="150000"/>
              </a:lnSpc>
              <a:spcBef>
                <a:spcPts val="100"/>
              </a:spcBef>
            </a:pPr>
            <a:r>
              <a:rPr lang="es-ES" sz="1400" dirty="0">
                <a:solidFill>
                  <a:schemeClr val="bg1">
                    <a:lumMod val="75000"/>
                  </a:schemeClr>
                </a:solidFill>
              </a:rPr>
              <a:t>	</a:t>
            </a:r>
          </a:p>
          <a:p>
            <a:pPr algn="ctr">
              <a:lnSpc>
                <a:spcPct val="150000"/>
              </a:lnSpc>
              <a:spcBef>
                <a:spcPts val="100"/>
              </a:spcBef>
            </a:pPr>
            <a:endParaRPr lang="es-ES" dirty="0"/>
          </a:p>
        </p:txBody>
      </p:sp>
      <p:sp>
        <p:nvSpPr>
          <p:cNvPr id="39" name="18 Rectángulo">
            <a:extLst>
              <a:ext uri="{FF2B5EF4-FFF2-40B4-BE49-F238E27FC236}">
                <a16:creationId xmlns:a16="http://schemas.microsoft.com/office/drawing/2014/main" id="{CB1A48B9-8A66-7966-3B7C-A3F93E0E7E5E}"/>
              </a:ext>
            </a:extLst>
          </p:cNvPr>
          <p:cNvSpPr/>
          <p:nvPr/>
        </p:nvSpPr>
        <p:spPr>
          <a:xfrm>
            <a:off x="7761993" y="1394034"/>
            <a:ext cx="899650" cy="495545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  <a:spcBef>
                <a:spcPts val="100"/>
              </a:spcBef>
            </a:pPr>
            <a:r>
              <a:rPr lang="es-ES" sz="1400" dirty="0">
                <a:solidFill>
                  <a:schemeClr val="tx1"/>
                </a:solidFill>
                <a:latin typeface="Courier New"/>
                <a:cs typeface="Courier New"/>
              </a:rPr>
              <a:t>x	</a:t>
            </a:r>
          </a:p>
          <a:p>
            <a:pPr algn="ctr">
              <a:lnSpc>
                <a:spcPct val="150000"/>
              </a:lnSpc>
              <a:spcBef>
                <a:spcPts val="100"/>
              </a:spcBef>
            </a:pPr>
            <a:r>
              <a:rPr lang="es-ES" sz="1400" dirty="0">
                <a:solidFill>
                  <a:schemeClr val="tx1"/>
                </a:solidFill>
                <a:latin typeface="Courier New"/>
                <a:cs typeface="Courier New"/>
              </a:rPr>
              <a:t>x	</a:t>
            </a:r>
          </a:p>
          <a:p>
            <a:pPr algn="ctr">
              <a:lnSpc>
                <a:spcPct val="150000"/>
              </a:lnSpc>
              <a:spcBef>
                <a:spcPts val="100"/>
              </a:spcBef>
            </a:pPr>
            <a:r>
              <a:rPr lang="es-ES" sz="1400" dirty="0">
                <a:solidFill>
                  <a:schemeClr val="tx1"/>
                </a:solidFill>
                <a:latin typeface="Courier New"/>
                <a:cs typeface="Courier New"/>
              </a:rPr>
              <a:t>x	</a:t>
            </a:r>
          </a:p>
          <a:p>
            <a:pPr algn="ctr">
              <a:lnSpc>
                <a:spcPct val="150000"/>
              </a:lnSpc>
              <a:spcBef>
                <a:spcPts val="100"/>
              </a:spcBef>
            </a:pPr>
            <a:r>
              <a:rPr lang="es-ES" sz="1400" dirty="0">
                <a:solidFill>
                  <a:schemeClr val="tx1"/>
                </a:solidFill>
                <a:latin typeface="Courier New"/>
                <a:cs typeface="Courier New"/>
              </a:rPr>
              <a:t>x	</a:t>
            </a:r>
          </a:p>
          <a:p>
            <a:pPr algn="ctr">
              <a:lnSpc>
                <a:spcPct val="150000"/>
              </a:lnSpc>
              <a:spcBef>
                <a:spcPts val="100"/>
              </a:spcBef>
            </a:pPr>
            <a:r>
              <a:rPr lang="es-ES" sz="1400" dirty="0">
                <a:solidFill>
                  <a:schemeClr val="tx1"/>
                </a:solidFill>
                <a:latin typeface="Courier New"/>
                <a:cs typeface="Courier New"/>
              </a:rPr>
              <a:t>x	</a:t>
            </a:r>
          </a:p>
          <a:p>
            <a:pPr algn="ctr">
              <a:lnSpc>
                <a:spcPct val="150000"/>
              </a:lnSpc>
              <a:spcBef>
                <a:spcPts val="100"/>
              </a:spcBef>
            </a:pPr>
            <a:r>
              <a:rPr lang="es-ES" sz="1400" dirty="0">
                <a:solidFill>
                  <a:schemeClr val="tx1"/>
                </a:solidFill>
                <a:latin typeface="Courier New"/>
                <a:cs typeface="Courier New"/>
              </a:rPr>
              <a:t>x	</a:t>
            </a:r>
          </a:p>
          <a:p>
            <a:pPr algn="ctr">
              <a:lnSpc>
                <a:spcPct val="150000"/>
              </a:lnSpc>
              <a:spcBef>
                <a:spcPts val="100"/>
              </a:spcBef>
            </a:pPr>
            <a:r>
              <a:rPr lang="es-ES" sz="1400" dirty="0">
                <a:solidFill>
                  <a:schemeClr val="tx1"/>
                </a:solidFill>
                <a:latin typeface="Courier New"/>
                <a:cs typeface="Courier New"/>
              </a:rPr>
              <a:t>x	</a:t>
            </a:r>
          </a:p>
          <a:p>
            <a:pPr algn="ctr">
              <a:lnSpc>
                <a:spcPct val="150000"/>
              </a:lnSpc>
              <a:spcBef>
                <a:spcPts val="100"/>
              </a:spcBef>
            </a:pPr>
            <a:r>
              <a:rPr lang="es-ES" sz="1400" dirty="0">
                <a:solidFill>
                  <a:schemeClr val="tx1"/>
                </a:solidFill>
                <a:latin typeface="Courier New"/>
                <a:cs typeface="Courier New"/>
              </a:rPr>
              <a:t>x	</a:t>
            </a:r>
          </a:p>
          <a:p>
            <a:pPr algn="ctr">
              <a:lnSpc>
                <a:spcPct val="150000"/>
              </a:lnSpc>
              <a:spcBef>
                <a:spcPts val="100"/>
              </a:spcBef>
            </a:pPr>
            <a:r>
              <a:rPr lang="es-ES" sz="1400" dirty="0">
                <a:solidFill>
                  <a:schemeClr val="tx1"/>
                </a:solidFill>
                <a:latin typeface="Courier New"/>
                <a:cs typeface="Courier New"/>
              </a:rPr>
              <a:t>x	</a:t>
            </a:r>
          </a:p>
          <a:p>
            <a:pPr algn="ctr">
              <a:lnSpc>
                <a:spcPct val="150000"/>
              </a:lnSpc>
              <a:spcBef>
                <a:spcPts val="100"/>
              </a:spcBef>
            </a:pPr>
            <a:r>
              <a:rPr lang="es-ES" sz="1400" dirty="0">
                <a:solidFill>
                  <a:schemeClr val="tx1"/>
                </a:solidFill>
                <a:latin typeface="Courier New"/>
                <a:cs typeface="Courier New"/>
              </a:rPr>
              <a:t>x	</a:t>
            </a:r>
          </a:p>
          <a:p>
            <a:pPr algn="ctr">
              <a:lnSpc>
                <a:spcPct val="150000"/>
              </a:lnSpc>
              <a:spcBef>
                <a:spcPts val="100"/>
              </a:spcBef>
            </a:pPr>
            <a:r>
              <a:rPr lang="es-ES" sz="1400" dirty="0">
                <a:solidFill>
                  <a:schemeClr val="tx1"/>
                </a:solidFill>
                <a:latin typeface="Courier New"/>
                <a:cs typeface="Courier New"/>
              </a:rPr>
              <a:t>x	</a:t>
            </a:r>
          </a:p>
          <a:p>
            <a:pPr algn="ctr">
              <a:lnSpc>
                <a:spcPct val="150000"/>
              </a:lnSpc>
              <a:spcBef>
                <a:spcPts val="100"/>
              </a:spcBef>
            </a:pPr>
            <a:r>
              <a:rPr lang="es-ES" sz="1400" dirty="0">
                <a:solidFill>
                  <a:schemeClr val="tx1"/>
                </a:solidFill>
                <a:latin typeface="Courier New"/>
                <a:cs typeface="Courier New"/>
              </a:rPr>
              <a:t>x	</a:t>
            </a:r>
          </a:p>
          <a:p>
            <a:pPr algn="ctr">
              <a:lnSpc>
                <a:spcPct val="150000"/>
              </a:lnSpc>
              <a:spcBef>
                <a:spcPts val="100"/>
              </a:spcBef>
            </a:pPr>
            <a:r>
              <a:rPr lang="es-ES" sz="1400" dirty="0">
                <a:solidFill>
                  <a:schemeClr val="tx1"/>
                </a:solidFill>
                <a:latin typeface="Courier New"/>
                <a:cs typeface="Courier New"/>
              </a:rPr>
              <a:t>x</a:t>
            </a:r>
            <a:r>
              <a:rPr lang="es-ES" sz="1400" dirty="0">
                <a:solidFill>
                  <a:schemeClr val="bg1">
                    <a:lumMod val="75000"/>
                  </a:schemeClr>
                </a:solidFill>
              </a:rPr>
              <a:t>	</a:t>
            </a:r>
          </a:p>
          <a:p>
            <a:pPr algn="ctr">
              <a:lnSpc>
                <a:spcPct val="150000"/>
              </a:lnSpc>
              <a:spcBef>
                <a:spcPts val="100"/>
              </a:spcBef>
            </a:pPr>
            <a:endParaRPr lang="es-ES" dirty="0"/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0494D071-D108-C0D0-AB48-887DBECD790D}"/>
              </a:ext>
            </a:extLst>
          </p:cNvPr>
          <p:cNvSpPr txBox="1"/>
          <p:nvPr/>
        </p:nvSpPr>
        <p:spPr>
          <a:xfrm>
            <a:off x="2948609" y="1068876"/>
            <a:ext cx="55020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>
                <a:latin typeface="Century"/>
                <a:cs typeface="Century"/>
              </a:rPr>
              <a:t>A                                *                           v       =      c</a:t>
            </a:r>
          </a:p>
        </p:txBody>
      </p:sp>
      <p:sp>
        <p:nvSpPr>
          <p:cNvPr id="19" name="18 Rectángulo">
            <a:extLst>
              <a:ext uri="{FF2B5EF4-FFF2-40B4-BE49-F238E27FC236}">
                <a16:creationId xmlns:a16="http://schemas.microsoft.com/office/drawing/2014/main" id="{9A938C81-2FF4-FF4F-121F-404CE229779E}"/>
              </a:ext>
            </a:extLst>
          </p:cNvPr>
          <p:cNvSpPr/>
          <p:nvPr/>
        </p:nvSpPr>
        <p:spPr>
          <a:xfrm>
            <a:off x="-13772" y="2801938"/>
            <a:ext cx="899650" cy="184897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  <a:spcBef>
                <a:spcPts val="100"/>
              </a:spcBef>
            </a:pPr>
            <a:r>
              <a:rPr lang="es-ES" sz="1400" dirty="0">
                <a:solidFill>
                  <a:schemeClr val="tx1"/>
                </a:solidFill>
                <a:latin typeface="Courier New"/>
                <a:cs typeface="Courier New"/>
              </a:rPr>
              <a:t>0	</a:t>
            </a:r>
          </a:p>
          <a:p>
            <a:pPr algn="ctr">
              <a:lnSpc>
                <a:spcPct val="150000"/>
              </a:lnSpc>
              <a:spcBef>
                <a:spcPts val="100"/>
              </a:spcBef>
            </a:pPr>
            <a:r>
              <a:rPr lang="es-ES" sz="1400" dirty="0">
                <a:solidFill>
                  <a:schemeClr val="tx1"/>
                </a:solidFill>
                <a:latin typeface="Courier New"/>
                <a:cs typeface="Courier New"/>
              </a:rPr>
              <a:t>1	</a:t>
            </a:r>
          </a:p>
          <a:p>
            <a:pPr algn="ctr">
              <a:lnSpc>
                <a:spcPct val="150000"/>
              </a:lnSpc>
              <a:spcBef>
                <a:spcPts val="100"/>
              </a:spcBef>
            </a:pPr>
            <a:r>
              <a:rPr lang="es-ES" sz="1400" dirty="0">
                <a:solidFill>
                  <a:schemeClr val="tx1"/>
                </a:solidFill>
                <a:latin typeface="Courier New"/>
                <a:cs typeface="Courier New"/>
              </a:rPr>
              <a:t>2	</a:t>
            </a:r>
          </a:p>
          <a:p>
            <a:pPr algn="ctr">
              <a:lnSpc>
                <a:spcPct val="150000"/>
              </a:lnSpc>
              <a:spcBef>
                <a:spcPts val="100"/>
              </a:spcBef>
            </a:pPr>
            <a:r>
              <a:rPr lang="es-ES" sz="1400" dirty="0">
                <a:solidFill>
                  <a:schemeClr val="tx1"/>
                </a:solidFill>
                <a:latin typeface="Courier New"/>
                <a:cs typeface="Courier New"/>
              </a:rPr>
              <a:t>3	</a:t>
            </a:r>
          </a:p>
          <a:p>
            <a:pPr algn="ctr">
              <a:lnSpc>
                <a:spcPct val="150000"/>
              </a:lnSpc>
              <a:spcBef>
                <a:spcPts val="100"/>
              </a:spcBef>
            </a:pPr>
            <a:r>
              <a:rPr lang="es-ES" sz="1400" dirty="0">
                <a:solidFill>
                  <a:schemeClr val="tx1"/>
                </a:solidFill>
                <a:latin typeface="Courier New"/>
                <a:cs typeface="Courier New"/>
              </a:rPr>
              <a:t>4	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49F6444E-D463-40BF-ED4F-6EDE8B2BCD8C}"/>
              </a:ext>
            </a:extLst>
          </p:cNvPr>
          <p:cNvSpPr txBox="1"/>
          <p:nvPr/>
        </p:nvSpPr>
        <p:spPr>
          <a:xfrm>
            <a:off x="579438" y="1547355"/>
            <a:ext cx="5738812" cy="89901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 anchor="t" anchorCtr="0">
            <a:noAutofit/>
          </a:bodyPr>
          <a:lstStyle/>
          <a:p>
            <a:pPr algn="ctr"/>
            <a:r>
              <a:rPr lang="en-GB" sz="140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entury"/>
                <a:cs typeface="Century"/>
              </a:rPr>
              <a:t>Shared Memory</a:t>
            </a:r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E9F50033-77F1-EDD4-697A-2552196913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1005579"/>
              </p:ext>
            </p:extLst>
          </p:nvPr>
        </p:nvGraphicFramePr>
        <p:xfrm>
          <a:off x="709502" y="1923577"/>
          <a:ext cx="5487960" cy="37084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scrgbClr r="0" g="0" b="0">
                      <a:alpha val="43000"/>
                    </a:scrgbClr>
                  </a:outerShdw>
                </a:effectLst>
                <a:tableStyleId>{5C22544A-7EE6-4342-B048-85BDC9FD1C3A}</a:tableStyleId>
              </a:tblPr>
              <a:tblGrid>
                <a:gridCol w="4573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3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3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3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733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733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5733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5733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5733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5733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5733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5733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4" name="Elipse 33">
            <a:extLst>
              <a:ext uri="{FF2B5EF4-FFF2-40B4-BE49-F238E27FC236}">
                <a16:creationId xmlns:a16="http://schemas.microsoft.com/office/drawing/2014/main" id="{E94D4319-77EB-8094-BA5D-C2D2DD5F536A}"/>
              </a:ext>
            </a:extLst>
          </p:cNvPr>
          <p:cNvSpPr/>
          <p:nvPr/>
        </p:nvSpPr>
        <p:spPr>
          <a:xfrm>
            <a:off x="82955" y="2897973"/>
            <a:ext cx="366699" cy="366714"/>
          </a:xfrm>
          <a:prstGeom prst="ellipse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37" name="Conector recto de flecha 36">
            <a:extLst>
              <a:ext uri="{FF2B5EF4-FFF2-40B4-BE49-F238E27FC236}">
                <a16:creationId xmlns:a16="http://schemas.microsoft.com/office/drawing/2014/main" id="{00964E35-2A3A-61C7-8647-0C89CEE51BEB}"/>
              </a:ext>
            </a:extLst>
          </p:cNvPr>
          <p:cNvCxnSpPr>
            <a:cxnSpLocks/>
          </p:cNvCxnSpPr>
          <p:nvPr/>
        </p:nvCxnSpPr>
        <p:spPr>
          <a:xfrm flipH="1" flipV="1">
            <a:off x="349697" y="3264687"/>
            <a:ext cx="1360282" cy="1806083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CuadroTexto 37">
            <a:extLst>
              <a:ext uri="{FF2B5EF4-FFF2-40B4-BE49-F238E27FC236}">
                <a16:creationId xmlns:a16="http://schemas.microsoft.com/office/drawing/2014/main" id="{AFD9133B-34C5-C517-54C7-71060E0692B3}"/>
              </a:ext>
            </a:extLst>
          </p:cNvPr>
          <p:cNvSpPr txBox="1"/>
          <p:nvPr/>
        </p:nvSpPr>
        <p:spPr>
          <a:xfrm>
            <a:off x="1709264" y="5070770"/>
            <a:ext cx="427236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 err="1">
                <a:latin typeface="Courier New"/>
                <a:cs typeface="Courier New"/>
              </a:rPr>
              <a:t>threadIdx.x</a:t>
            </a:r>
            <a:r>
              <a:rPr lang="en-GB" sz="1400" dirty="0">
                <a:latin typeface="Courier New"/>
                <a:cs typeface="Courier New"/>
              </a:rPr>
              <a:t> = 0 </a:t>
            </a:r>
            <a:r>
              <a:rPr lang="en-GB" sz="1400" dirty="0">
                <a:latin typeface="Century"/>
                <a:cs typeface="Century"/>
              </a:rPr>
              <a:t>copies v into shared memory</a:t>
            </a:r>
          </a:p>
        </p:txBody>
      </p:sp>
      <p:cxnSp>
        <p:nvCxnSpPr>
          <p:cNvPr id="40" name="Conector recto de flecha 39">
            <a:extLst>
              <a:ext uri="{FF2B5EF4-FFF2-40B4-BE49-F238E27FC236}">
                <a16:creationId xmlns:a16="http://schemas.microsoft.com/office/drawing/2014/main" id="{49023D44-A2E4-E681-66AF-9C5B20A37C99}"/>
              </a:ext>
            </a:extLst>
          </p:cNvPr>
          <p:cNvCxnSpPr/>
          <p:nvPr/>
        </p:nvCxnSpPr>
        <p:spPr>
          <a:xfrm flipV="1">
            <a:off x="5935064" y="2667764"/>
            <a:ext cx="864828" cy="245217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6 Rectángulo">
            <a:extLst>
              <a:ext uri="{FF2B5EF4-FFF2-40B4-BE49-F238E27FC236}">
                <a16:creationId xmlns:a16="http://schemas.microsoft.com/office/drawing/2014/main" id="{804C8B32-4BAF-33C6-993A-CA0382B89059}"/>
              </a:ext>
            </a:extLst>
          </p:cNvPr>
          <p:cNvSpPr/>
          <p:nvPr/>
        </p:nvSpPr>
        <p:spPr>
          <a:xfrm>
            <a:off x="6805726" y="1547355"/>
            <a:ext cx="327232" cy="4030978"/>
          </a:xfrm>
          <a:prstGeom prst="rect">
            <a:avLst/>
          </a:prstGeom>
          <a:noFill/>
          <a:ln>
            <a:solidFill>
              <a:schemeClr val="accent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grpSp>
        <p:nvGrpSpPr>
          <p:cNvPr id="5" name="Agrupar 10">
            <a:extLst>
              <a:ext uri="{FF2B5EF4-FFF2-40B4-BE49-F238E27FC236}">
                <a16:creationId xmlns:a16="http://schemas.microsoft.com/office/drawing/2014/main" id="{B26F51EA-BB8F-E2EC-5925-5EE877892806}"/>
              </a:ext>
            </a:extLst>
          </p:cNvPr>
          <p:cNvGrpSpPr/>
          <p:nvPr/>
        </p:nvGrpSpPr>
        <p:grpSpPr>
          <a:xfrm>
            <a:off x="436053" y="1665852"/>
            <a:ext cx="6363839" cy="721992"/>
            <a:chOff x="436053" y="1742524"/>
            <a:chExt cx="6363839" cy="721992"/>
          </a:xfrm>
        </p:grpSpPr>
        <p:grpSp>
          <p:nvGrpSpPr>
            <p:cNvPr id="7" name="Agrupar 2">
              <a:extLst>
                <a:ext uri="{FF2B5EF4-FFF2-40B4-BE49-F238E27FC236}">
                  <a16:creationId xmlns:a16="http://schemas.microsoft.com/office/drawing/2014/main" id="{5FCB4F62-145F-5B5F-0099-5D793BA73482}"/>
                </a:ext>
              </a:extLst>
            </p:cNvPr>
            <p:cNvGrpSpPr/>
            <p:nvPr/>
          </p:nvGrpSpPr>
          <p:grpSpPr>
            <a:xfrm>
              <a:off x="436053" y="1742524"/>
              <a:ext cx="6057302" cy="721992"/>
              <a:chOff x="436053" y="1742524"/>
              <a:chExt cx="6057302" cy="721992"/>
            </a:xfrm>
          </p:grpSpPr>
          <p:sp>
            <p:nvSpPr>
              <p:cNvPr id="9" name="5 Rectángulo">
                <a:extLst>
                  <a:ext uri="{FF2B5EF4-FFF2-40B4-BE49-F238E27FC236}">
                    <a16:creationId xmlns:a16="http://schemas.microsoft.com/office/drawing/2014/main" id="{2A0EB174-F29D-B74F-4049-C3CCA4FA0B2D}"/>
                  </a:ext>
                </a:extLst>
              </p:cNvPr>
              <p:cNvSpPr/>
              <p:nvPr/>
            </p:nvSpPr>
            <p:spPr>
              <a:xfrm>
                <a:off x="436053" y="1742524"/>
                <a:ext cx="6057302" cy="72199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50000"/>
                  </a:lnSpc>
                </a:pPr>
                <a:r>
                  <a:rPr lang="es-ES" sz="1400" dirty="0">
                    <a:solidFill>
                      <a:schemeClr val="tx1"/>
                    </a:solidFill>
                    <a:latin typeface="Courier New"/>
                    <a:cs typeface="Courier New"/>
                  </a:rPr>
                  <a:t>x	x	x	x	x	x	x	x	x	x	x	x</a:t>
                </a:r>
              </a:p>
            </p:txBody>
          </p:sp>
          <p:sp>
            <p:nvSpPr>
              <p:cNvPr id="10" name="6 Rectángulo">
                <a:extLst>
                  <a:ext uri="{FF2B5EF4-FFF2-40B4-BE49-F238E27FC236}">
                    <a16:creationId xmlns:a16="http://schemas.microsoft.com/office/drawing/2014/main" id="{F635AFEC-37C6-FF51-4738-BA596A84EC1F}"/>
                  </a:ext>
                </a:extLst>
              </p:cNvPr>
              <p:cNvSpPr/>
              <p:nvPr/>
            </p:nvSpPr>
            <p:spPr>
              <a:xfrm>
                <a:off x="709503" y="2000249"/>
                <a:ext cx="5487959" cy="370841"/>
              </a:xfrm>
              <a:prstGeom prst="rect">
                <a:avLst/>
              </a:prstGeom>
              <a:noFill/>
              <a:ln>
                <a:solidFill>
                  <a:schemeClr val="accent3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</p:grpSp>
        <p:cxnSp>
          <p:nvCxnSpPr>
            <p:cNvPr id="8" name="Conector recto de flecha 7">
              <a:extLst>
                <a:ext uri="{FF2B5EF4-FFF2-40B4-BE49-F238E27FC236}">
                  <a16:creationId xmlns:a16="http://schemas.microsoft.com/office/drawing/2014/main" id="{35FC1347-CA96-D5CD-D8BF-AD546554897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318250" y="2103520"/>
              <a:ext cx="481642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Marcador de número de diapositiva 10">
            <a:extLst>
              <a:ext uri="{FF2B5EF4-FFF2-40B4-BE49-F238E27FC236}">
                <a16:creationId xmlns:a16="http://schemas.microsoft.com/office/drawing/2014/main" id="{6A38F957-3C82-0F2F-E06E-F4D68A8473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0CD1F-DF31-2B47-B9C0-AAD6CC852762}" type="slidenum">
              <a:rPr lang="es-ES" smtClean="0"/>
              <a:t>4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6701278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animBg="1"/>
      <p:bldP spid="38" grpId="0"/>
      <p:bldP spid="3" grpId="0" animBg="1"/>
      <p:bldP spid="3" grpId="1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34730"/>
          </a:xfrm>
        </p:spPr>
        <p:txBody>
          <a:bodyPr/>
          <a:lstStyle/>
          <a:p>
            <a:r>
              <a:rPr lang="es-ES" dirty="0" err="1"/>
              <a:t>Example</a:t>
            </a:r>
            <a:r>
              <a:rPr lang="es-ES" dirty="0"/>
              <a:t>: c = A * v</a:t>
            </a:r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6538451" y="6120375"/>
            <a:ext cx="2133600" cy="365125"/>
          </a:xfrm>
        </p:spPr>
        <p:txBody>
          <a:bodyPr/>
          <a:lstStyle/>
          <a:p>
            <a:fld id="{FCA0CD1F-DF31-2B47-B9C0-AAD6CC852762}" type="slidenum">
              <a:rPr lang="es-ES" smtClean="0"/>
              <a:pPr/>
              <a:t>5</a:t>
            </a:fld>
            <a:endParaRPr lang="es-ES" dirty="0"/>
          </a:p>
        </p:txBody>
      </p:sp>
      <p:pic>
        <p:nvPicPr>
          <p:cNvPr id="7" name="Imagen 6" descr="imagen.tif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6478" y="1725980"/>
            <a:ext cx="7230275" cy="3027029"/>
          </a:xfrm>
          <a:prstGeom prst="rect">
            <a:avLst/>
          </a:prstGeom>
        </p:spPr>
      </p:pic>
      <p:cxnSp>
        <p:nvCxnSpPr>
          <p:cNvPr id="24" name="Conector recto de flecha 23"/>
          <p:cNvCxnSpPr/>
          <p:nvPr/>
        </p:nvCxnSpPr>
        <p:spPr>
          <a:xfrm flipH="1" flipV="1">
            <a:off x="2968464" y="2384036"/>
            <a:ext cx="451893" cy="335012"/>
          </a:xfrm>
          <a:prstGeom prst="straightConnector1">
            <a:avLst/>
          </a:prstGeom>
          <a:ln w="19050" cmpd="sng">
            <a:solidFill>
              <a:srgbClr val="FF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cto de flecha 26"/>
          <p:cNvCxnSpPr/>
          <p:nvPr/>
        </p:nvCxnSpPr>
        <p:spPr>
          <a:xfrm flipH="1">
            <a:off x="2968464" y="2384036"/>
            <a:ext cx="451893" cy="335012"/>
          </a:xfrm>
          <a:prstGeom prst="straightConnector1">
            <a:avLst/>
          </a:prstGeom>
          <a:ln w="19050" cmpd="sng">
            <a:solidFill>
              <a:srgbClr val="FF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25166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34730"/>
          </a:xfrm>
        </p:spPr>
        <p:txBody>
          <a:bodyPr/>
          <a:lstStyle/>
          <a:p>
            <a:r>
              <a:rPr lang="es-ES" dirty="0" err="1"/>
              <a:t>Example</a:t>
            </a:r>
            <a:r>
              <a:rPr lang="es-ES" dirty="0"/>
              <a:t>: c = A * v</a:t>
            </a:r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6538451" y="6120375"/>
            <a:ext cx="2133600" cy="365125"/>
          </a:xfrm>
        </p:spPr>
        <p:txBody>
          <a:bodyPr/>
          <a:lstStyle/>
          <a:p>
            <a:fld id="{FCA0CD1F-DF31-2B47-B9C0-AAD6CC852762}" type="slidenum">
              <a:rPr lang="es-ES" smtClean="0"/>
              <a:pPr/>
              <a:t>6</a:t>
            </a:fld>
            <a:endParaRPr lang="es-ES" dirty="0"/>
          </a:p>
        </p:txBody>
      </p:sp>
      <p:pic>
        <p:nvPicPr>
          <p:cNvPr id="3" name="Imagen 2" descr="imagen.tif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982" y="1749068"/>
            <a:ext cx="6986123" cy="3361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65224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13B14A-F3A1-29A4-F8FC-9406F2B151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>
            <a:extLst>
              <a:ext uri="{FF2B5EF4-FFF2-40B4-BE49-F238E27FC236}">
                <a16:creationId xmlns:a16="http://schemas.microsoft.com/office/drawing/2014/main" id="{7A8B052B-D1FB-3193-11CA-E28F7557BF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34730"/>
          </a:xfrm>
        </p:spPr>
        <p:txBody>
          <a:bodyPr/>
          <a:lstStyle/>
          <a:p>
            <a:r>
              <a:rPr lang="es-ES" dirty="0" err="1"/>
              <a:t>Example</a:t>
            </a:r>
            <a:r>
              <a:rPr lang="es-ES" dirty="0"/>
              <a:t>: c = A * v</a:t>
            </a:r>
          </a:p>
        </p:txBody>
      </p:sp>
      <p:sp>
        <p:nvSpPr>
          <p:cNvPr id="6" name="5 Rectángulo">
            <a:extLst>
              <a:ext uri="{FF2B5EF4-FFF2-40B4-BE49-F238E27FC236}">
                <a16:creationId xmlns:a16="http://schemas.microsoft.com/office/drawing/2014/main" id="{869B8521-D5E3-1010-759C-F6AFB6FE9CE3}"/>
              </a:ext>
            </a:extLst>
          </p:cNvPr>
          <p:cNvSpPr/>
          <p:nvPr/>
        </p:nvSpPr>
        <p:spPr>
          <a:xfrm>
            <a:off x="436053" y="2728858"/>
            <a:ext cx="6057302" cy="1937931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s-ES" sz="1400" dirty="0">
                <a:solidFill>
                  <a:schemeClr val="tx1"/>
                </a:solidFill>
                <a:latin typeface="Courier New"/>
                <a:cs typeface="Courier New"/>
              </a:rPr>
              <a:t>x	x	x	x	x	x	x	x	x	x	x	x</a:t>
            </a:r>
          </a:p>
          <a:p>
            <a:pPr algn="ctr">
              <a:lnSpc>
                <a:spcPct val="150000"/>
              </a:lnSpc>
              <a:spcBef>
                <a:spcPts val="100"/>
              </a:spcBef>
            </a:pPr>
            <a:r>
              <a:rPr lang="es-ES" sz="1400" dirty="0">
                <a:solidFill>
                  <a:schemeClr val="tx1"/>
                </a:solidFill>
                <a:latin typeface="Courier New"/>
                <a:cs typeface="Courier New"/>
              </a:rPr>
              <a:t>x	x	x	x	x	x	x	x	x	x	x	x</a:t>
            </a:r>
          </a:p>
          <a:p>
            <a:pPr algn="ctr">
              <a:lnSpc>
                <a:spcPct val="150000"/>
              </a:lnSpc>
              <a:spcBef>
                <a:spcPts val="100"/>
              </a:spcBef>
            </a:pPr>
            <a:r>
              <a:rPr lang="es-ES" sz="1400" dirty="0">
                <a:solidFill>
                  <a:schemeClr val="tx1"/>
                </a:solidFill>
                <a:latin typeface="Courier New"/>
                <a:cs typeface="Courier New"/>
              </a:rPr>
              <a:t>x	x	x	x	x	x	x	x	x	x	x	x</a:t>
            </a:r>
          </a:p>
          <a:p>
            <a:pPr algn="ctr">
              <a:lnSpc>
                <a:spcPct val="150000"/>
              </a:lnSpc>
              <a:spcBef>
                <a:spcPts val="100"/>
              </a:spcBef>
            </a:pPr>
            <a:r>
              <a:rPr lang="es-ES" sz="1400" dirty="0">
                <a:solidFill>
                  <a:schemeClr val="tx1"/>
                </a:solidFill>
                <a:latin typeface="Courier New"/>
                <a:cs typeface="Courier New"/>
              </a:rPr>
              <a:t>x	x	x	x	x	x	x	x	x	x	x	x</a:t>
            </a:r>
          </a:p>
          <a:p>
            <a:pPr algn="ctr">
              <a:lnSpc>
                <a:spcPct val="150000"/>
              </a:lnSpc>
              <a:spcBef>
                <a:spcPts val="100"/>
              </a:spcBef>
            </a:pPr>
            <a:r>
              <a:rPr lang="es-ES" sz="1400" dirty="0">
                <a:solidFill>
                  <a:schemeClr val="tx1"/>
                </a:solidFill>
                <a:latin typeface="Courier New"/>
                <a:cs typeface="Courier New"/>
              </a:rPr>
              <a:t>x	x	x	x	x	x	x	x	x	x	x	x</a:t>
            </a:r>
          </a:p>
        </p:txBody>
      </p:sp>
      <p:sp>
        <p:nvSpPr>
          <p:cNvPr id="32" name="18 Rectángulo">
            <a:extLst>
              <a:ext uri="{FF2B5EF4-FFF2-40B4-BE49-F238E27FC236}">
                <a16:creationId xmlns:a16="http://schemas.microsoft.com/office/drawing/2014/main" id="{6857A458-24CA-2A9E-57D1-544B046AF948}"/>
              </a:ext>
            </a:extLst>
          </p:cNvPr>
          <p:cNvSpPr/>
          <p:nvPr/>
        </p:nvSpPr>
        <p:spPr>
          <a:xfrm>
            <a:off x="6704103" y="1394034"/>
            <a:ext cx="899650" cy="495545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  <a:spcBef>
                <a:spcPts val="100"/>
              </a:spcBef>
            </a:pPr>
            <a:r>
              <a:rPr lang="es-ES" sz="1400" dirty="0">
                <a:solidFill>
                  <a:schemeClr val="tx1"/>
                </a:solidFill>
                <a:latin typeface="Courier New"/>
                <a:cs typeface="Courier New"/>
              </a:rPr>
              <a:t>x	</a:t>
            </a:r>
          </a:p>
          <a:p>
            <a:pPr algn="ctr">
              <a:lnSpc>
                <a:spcPct val="150000"/>
              </a:lnSpc>
              <a:spcBef>
                <a:spcPts val="100"/>
              </a:spcBef>
            </a:pPr>
            <a:r>
              <a:rPr lang="es-ES" sz="1400" dirty="0">
                <a:solidFill>
                  <a:schemeClr val="tx1"/>
                </a:solidFill>
                <a:latin typeface="Courier New"/>
                <a:cs typeface="Courier New"/>
              </a:rPr>
              <a:t>x	</a:t>
            </a:r>
          </a:p>
          <a:p>
            <a:pPr algn="ctr">
              <a:lnSpc>
                <a:spcPct val="150000"/>
              </a:lnSpc>
              <a:spcBef>
                <a:spcPts val="100"/>
              </a:spcBef>
            </a:pPr>
            <a:r>
              <a:rPr lang="es-ES" sz="1400" dirty="0">
                <a:solidFill>
                  <a:schemeClr val="tx1"/>
                </a:solidFill>
                <a:latin typeface="Courier New"/>
                <a:cs typeface="Courier New"/>
              </a:rPr>
              <a:t>x	</a:t>
            </a:r>
          </a:p>
          <a:p>
            <a:pPr algn="ctr">
              <a:lnSpc>
                <a:spcPct val="150000"/>
              </a:lnSpc>
              <a:spcBef>
                <a:spcPts val="100"/>
              </a:spcBef>
            </a:pPr>
            <a:r>
              <a:rPr lang="es-ES" sz="1400" dirty="0">
                <a:solidFill>
                  <a:schemeClr val="tx1"/>
                </a:solidFill>
                <a:latin typeface="Courier New"/>
                <a:cs typeface="Courier New"/>
              </a:rPr>
              <a:t>x	</a:t>
            </a:r>
          </a:p>
          <a:p>
            <a:pPr algn="ctr">
              <a:lnSpc>
                <a:spcPct val="150000"/>
              </a:lnSpc>
              <a:spcBef>
                <a:spcPts val="100"/>
              </a:spcBef>
            </a:pPr>
            <a:r>
              <a:rPr lang="es-ES" sz="1400" dirty="0">
                <a:solidFill>
                  <a:schemeClr val="tx1"/>
                </a:solidFill>
                <a:latin typeface="Courier New"/>
                <a:cs typeface="Courier New"/>
              </a:rPr>
              <a:t>x	</a:t>
            </a:r>
          </a:p>
          <a:p>
            <a:pPr algn="ctr">
              <a:lnSpc>
                <a:spcPct val="150000"/>
              </a:lnSpc>
              <a:spcBef>
                <a:spcPts val="100"/>
              </a:spcBef>
            </a:pPr>
            <a:r>
              <a:rPr lang="es-ES" sz="1400" dirty="0">
                <a:solidFill>
                  <a:schemeClr val="tx1"/>
                </a:solidFill>
                <a:latin typeface="Courier New"/>
                <a:cs typeface="Courier New"/>
              </a:rPr>
              <a:t>x	</a:t>
            </a:r>
          </a:p>
          <a:p>
            <a:pPr algn="ctr">
              <a:lnSpc>
                <a:spcPct val="150000"/>
              </a:lnSpc>
              <a:spcBef>
                <a:spcPts val="100"/>
              </a:spcBef>
            </a:pPr>
            <a:r>
              <a:rPr lang="es-ES" sz="1400" dirty="0">
                <a:solidFill>
                  <a:schemeClr val="tx1"/>
                </a:solidFill>
                <a:latin typeface="Courier New"/>
                <a:cs typeface="Courier New"/>
              </a:rPr>
              <a:t>x	</a:t>
            </a:r>
          </a:p>
          <a:p>
            <a:pPr algn="ctr">
              <a:lnSpc>
                <a:spcPct val="150000"/>
              </a:lnSpc>
              <a:spcBef>
                <a:spcPts val="100"/>
              </a:spcBef>
            </a:pPr>
            <a:r>
              <a:rPr lang="es-ES" sz="1400" dirty="0">
                <a:solidFill>
                  <a:schemeClr val="tx1"/>
                </a:solidFill>
                <a:latin typeface="Courier New"/>
                <a:cs typeface="Courier New"/>
              </a:rPr>
              <a:t>x	</a:t>
            </a:r>
          </a:p>
          <a:p>
            <a:pPr algn="ctr">
              <a:lnSpc>
                <a:spcPct val="150000"/>
              </a:lnSpc>
              <a:spcBef>
                <a:spcPts val="100"/>
              </a:spcBef>
            </a:pPr>
            <a:r>
              <a:rPr lang="es-ES" sz="1400" dirty="0">
                <a:solidFill>
                  <a:schemeClr val="tx1"/>
                </a:solidFill>
                <a:latin typeface="Courier New"/>
                <a:cs typeface="Courier New"/>
              </a:rPr>
              <a:t>x	</a:t>
            </a:r>
          </a:p>
          <a:p>
            <a:pPr algn="ctr">
              <a:lnSpc>
                <a:spcPct val="150000"/>
              </a:lnSpc>
              <a:spcBef>
                <a:spcPts val="100"/>
              </a:spcBef>
            </a:pPr>
            <a:r>
              <a:rPr lang="es-ES" sz="1400" dirty="0">
                <a:solidFill>
                  <a:schemeClr val="tx1"/>
                </a:solidFill>
                <a:latin typeface="Courier New"/>
                <a:cs typeface="Courier New"/>
              </a:rPr>
              <a:t>x	</a:t>
            </a:r>
          </a:p>
          <a:p>
            <a:pPr algn="ctr">
              <a:lnSpc>
                <a:spcPct val="150000"/>
              </a:lnSpc>
              <a:spcBef>
                <a:spcPts val="100"/>
              </a:spcBef>
            </a:pPr>
            <a:r>
              <a:rPr lang="es-ES" sz="1400" dirty="0">
                <a:solidFill>
                  <a:schemeClr val="tx1"/>
                </a:solidFill>
                <a:latin typeface="Courier New"/>
                <a:cs typeface="Courier New"/>
              </a:rPr>
              <a:t>x	</a:t>
            </a:r>
          </a:p>
          <a:p>
            <a:pPr algn="ctr">
              <a:lnSpc>
                <a:spcPct val="150000"/>
              </a:lnSpc>
              <a:spcBef>
                <a:spcPts val="100"/>
              </a:spcBef>
            </a:pPr>
            <a:r>
              <a:rPr lang="es-ES" sz="1400" dirty="0">
                <a:solidFill>
                  <a:schemeClr val="tx1"/>
                </a:solidFill>
                <a:latin typeface="Courier New"/>
                <a:cs typeface="Courier New"/>
              </a:rPr>
              <a:t>x	</a:t>
            </a:r>
          </a:p>
          <a:p>
            <a:pPr algn="ctr">
              <a:lnSpc>
                <a:spcPct val="150000"/>
              </a:lnSpc>
              <a:spcBef>
                <a:spcPts val="100"/>
              </a:spcBef>
            </a:pPr>
            <a:r>
              <a:rPr lang="es-ES" sz="1400" dirty="0">
                <a:solidFill>
                  <a:schemeClr val="bg1">
                    <a:lumMod val="75000"/>
                  </a:schemeClr>
                </a:solidFill>
              </a:rPr>
              <a:t>	</a:t>
            </a:r>
          </a:p>
          <a:p>
            <a:pPr algn="ctr">
              <a:lnSpc>
                <a:spcPct val="150000"/>
              </a:lnSpc>
              <a:spcBef>
                <a:spcPts val="100"/>
              </a:spcBef>
            </a:pPr>
            <a:endParaRPr lang="es-ES" dirty="0"/>
          </a:p>
        </p:txBody>
      </p:sp>
      <p:sp>
        <p:nvSpPr>
          <p:cNvPr id="39" name="18 Rectángulo">
            <a:extLst>
              <a:ext uri="{FF2B5EF4-FFF2-40B4-BE49-F238E27FC236}">
                <a16:creationId xmlns:a16="http://schemas.microsoft.com/office/drawing/2014/main" id="{804753AD-9F25-D5FA-466E-8F430F29A2C4}"/>
              </a:ext>
            </a:extLst>
          </p:cNvPr>
          <p:cNvSpPr/>
          <p:nvPr/>
        </p:nvSpPr>
        <p:spPr>
          <a:xfrm>
            <a:off x="7761993" y="1394034"/>
            <a:ext cx="899650" cy="495545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  <a:spcBef>
                <a:spcPts val="100"/>
              </a:spcBef>
            </a:pPr>
            <a:r>
              <a:rPr lang="es-ES" sz="1400" dirty="0">
                <a:solidFill>
                  <a:schemeClr val="tx1"/>
                </a:solidFill>
                <a:latin typeface="Courier New"/>
                <a:cs typeface="Courier New"/>
              </a:rPr>
              <a:t>x	</a:t>
            </a:r>
          </a:p>
          <a:p>
            <a:pPr algn="ctr">
              <a:lnSpc>
                <a:spcPct val="150000"/>
              </a:lnSpc>
              <a:spcBef>
                <a:spcPts val="100"/>
              </a:spcBef>
            </a:pPr>
            <a:r>
              <a:rPr lang="es-ES" sz="1400" dirty="0">
                <a:solidFill>
                  <a:schemeClr val="tx1"/>
                </a:solidFill>
                <a:latin typeface="Courier New"/>
                <a:cs typeface="Courier New"/>
              </a:rPr>
              <a:t>x	</a:t>
            </a:r>
          </a:p>
          <a:p>
            <a:pPr algn="ctr">
              <a:lnSpc>
                <a:spcPct val="150000"/>
              </a:lnSpc>
              <a:spcBef>
                <a:spcPts val="100"/>
              </a:spcBef>
            </a:pPr>
            <a:r>
              <a:rPr lang="es-ES" sz="1400" dirty="0">
                <a:solidFill>
                  <a:schemeClr val="tx1"/>
                </a:solidFill>
                <a:latin typeface="Courier New"/>
                <a:cs typeface="Courier New"/>
              </a:rPr>
              <a:t>x	</a:t>
            </a:r>
          </a:p>
          <a:p>
            <a:pPr algn="ctr">
              <a:lnSpc>
                <a:spcPct val="150000"/>
              </a:lnSpc>
              <a:spcBef>
                <a:spcPts val="100"/>
              </a:spcBef>
            </a:pPr>
            <a:r>
              <a:rPr lang="es-ES" sz="1400" dirty="0">
                <a:solidFill>
                  <a:schemeClr val="tx1"/>
                </a:solidFill>
                <a:latin typeface="Courier New"/>
                <a:cs typeface="Courier New"/>
              </a:rPr>
              <a:t>x	</a:t>
            </a:r>
          </a:p>
          <a:p>
            <a:pPr algn="ctr">
              <a:lnSpc>
                <a:spcPct val="150000"/>
              </a:lnSpc>
              <a:spcBef>
                <a:spcPts val="100"/>
              </a:spcBef>
            </a:pPr>
            <a:r>
              <a:rPr lang="es-ES" sz="1400" dirty="0">
                <a:solidFill>
                  <a:schemeClr val="tx1"/>
                </a:solidFill>
                <a:latin typeface="Courier New"/>
                <a:cs typeface="Courier New"/>
              </a:rPr>
              <a:t>x	</a:t>
            </a:r>
          </a:p>
          <a:p>
            <a:pPr algn="ctr">
              <a:lnSpc>
                <a:spcPct val="150000"/>
              </a:lnSpc>
              <a:spcBef>
                <a:spcPts val="100"/>
              </a:spcBef>
            </a:pPr>
            <a:r>
              <a:rPr lang="es-ES" sz="1400" dirty="0">
                <a:solidFill>
                  <a:schemeClr val="tx1"/>
                </a:solidFill>
                <a:latin typeface="Courier New"/>
                <a:cs typeface="Courier New"/>
              </a:rPr>
              <a:t>x	</a:t>
            </a:r>
          </a:p>
          <a:p>
            <a:pPr algn="ctr">
              <a:lnSpc>
                <a:spcPct val="150000"/>
              </a:lnSpc>
              <a:spcBef>
                <a:spcPts val="100"/>
              </a:spcBef>
            </a:pPr>
            <a:r>
              <a:rPr lang="es-ES" sz="1400" dirty="0">
                <a:solidFill>
                  <a:schemeClr val="tx1"/>
                </a:solidFill>
                <a:latin typeface="Courier New"/>
                <a:cs typeface="Courier New"/>
              </a:rPr>
              <a:t>x	</a:t>
            </a:r>
          </a:p>
          <a:p>
            <a:pPr algn="ctr">
              <a:lnSpc>
                <a:spcPct val="150000"/>
              </a:lnSpc>
              <a:spcBef>
                <a:spcPts val="100"/>
              </a:spcBef>
            </a:pPr>
            <a:r>
              <a:rPr lang="es-ES" sz="1400" dirty="0">
                <a:solidFill>
                  <a:schemeClr val="tx1"/>
                </a:solidFill>
                <a:latin typeface="Courier New"/>
                <a:cs typeface="Courier New"/>
              </a:rPr>
              <a:t>x	</a:t>
            </a:r>
          </a:p>
          <a:p>
            <a:pPr algn="ctr">
              <a:lnSpc>
                <a:spcPct val="150000"/>
              </a:lnSpc>
              <a:spcBef>
                <a:spcPts val="100"/>
              </a:spcBef>
            </a:pPr>
            <a:r>
              <a:rPr lang="es-ES" sz="1400" dirty="0">
                <a:solidFill>
                  <a:schemeClr val="tx1"/>
                </a:solidFill>
                <a:latin typeface="Courier New"/>
                <a:cs typeface="Courier New"/>
              </a:rPr>
              <a:t>x	</a:t>
            </a:r>
          </a:p>
          <a:p>
            <a:pPr algn="ctr">
              <a:lnSpc>
                <a:spcPct val="150000"/>
              </a:lnSpc>
              <a:spcBef>
                <a:spcPts val="100"/>
              </a:spcBef>
            </a:pPr>
            <a:r>
              <a:rPr lang="es-ES" sz="1400" dirty="0">
                <a:solidFill>
                  <a:schemeClr val="tx1"/>
                </a:solidFill>
                <a:latin typeface="Courier New"/>
                <a:cs typeface="Courier New"/>
              </a:rPr>
              <a:t>x	</a:t>
            </a:r>
          </a:p>
          <a:p>
            <a:pPr algn="ctr">
              <a:lnSpc>
                <a:spcPct val="150000"/>
              </a:lnSpc>
              <a:spcBef>
                <a:spcPts val="100"/>
              </a:spcBef>
            </a:pPr>
            <a:r>
              <a:rPr lang="es-ES" sz="1400" dirty="0">
                <a:solidFill>
                  <a:schemeClr val="tx1"/>
                </a:solidFill>
                <a:latin typeface="Courier New"/>
                <a:cs typeface="Courier New"/>
              </a:rPr>
              <a:t>x	</a:t>
            </a:r>
          </a:p>
          <a:p>
            <a:pPr algn="ctr">
              <a:lnSpc>
                <a:spcPct val="150000"/>
              </a:lnSpc>
              <a:spcBef>
                <a:spcPts val="100"/>
              </a:spcBef>
            </a:pPr>
            <a:r>
              <a:rPr lang="es-ES" sz="1400" dirty="0">
                <a:solidFill>
                  <a:schemeClr val="tx1"/>
                </a:solidFill>
                <a:latin typeface="Courier New"/>
                <a:cs typeface="Courier New"/>
              </a:rPr>
              <a:t>x	</a:t>
            </a:r>
          </a:p>
          <a:p>
            <a:pPr algn="ctr">
              <a:lnSpc>
                <a:spcPct val="150000"/>
              </a:lnSpc>
              <a:spcBef>
                <a:spcPts val="100"/>
              </a:spcBef>
            </a:pPr>
            <a:r>
              <a:rPr lang="es-ES" sz="1400" dirty="0">
                <a:solidFill>
                  <a:schemeClr val="tx1"/>
                </a:solidFill>
                <a:latin typeface="Courier New"/>
                <a:cs typeface="Courier New"/>
              </a:rPr>
              <a:t>x</a:t>
            </a:r>
            <a:r>
              <a:rPr lang="es-ES" sz="1400" dirty="0">
                <a:solidFill>
                  <a:schemeClr val="bg1">
                    <a:lumMod val="75000"/>
                  </a:schemeClr>
                </a:solidFill>
              </a:rPr>
              <a:t>	</a:t>
            </a:r>
          </a:p>
          <a:p>
            <a:pPr algn="ctr">
              <a:lnSpc>
                <a:spcPct val="150000"/>
              </a:lnSpc>
              <a:spcBef>
                <a:spcPts val="100"/>
              </a:spcBef>
            </a:pPr>
            <a:endParaRPr lang="es-ES" dirty="0"/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3E30AD34-7D14-63EA-41A8-72EA0CBF638C}"/>
              </a:ext>
            </a:extLst>
          </p:cNvPr>
          <p:cNvSpPr txBox="1"/>
          <p:nvPr/>
        </p:nvSpPr>
        <p:spPr>
          <a:xfrm>
            <a:off x="2948609" y="1068876"/>
            <a:ext cx="55020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>
                <a:latin typeface="Century"/>
                <a:cs typeface="Century"/>
              </a:rPr>
              <a:t>A                                *                           v       =      c</a:t>
            </a:r>
          </a:p>
        </p:txBody>
      </p:sp>
      <p:sp>
        <p:nvSpPr>
          <p:cNvPr id="19" name="18 Rectángulo">
            <a:extLst>
              <a:ext uri="{FF2B5EF4-FFF2-40B4-BE49-F238E27FC236}">
                <a16:creationId xmlns:a16="http://schemas.microsoft.com/office/drawing/2014/main" id="{6475A8E0-6EB0-FEDA-8152-EA4F3A2A2D39}"/>
              </a:ext>
            </a:extLst>
          </p:cNvPr>
          <p:cNvSpPr/>
          <p:nvPr/>
        </p:nvSpPr>
        <p:spPr>
          <a:xfrm>
            <a:off x="-13772" y="2801938"/>
            <a:ext cx="899650" cy="184897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  <a:spcBef>
                <a:spcPts val="100"/>
              </a:spcBef>
            </a:pPr>
            <a:r>
              <a:rPr lang="es-ES" sz="1400" dirty="0">
                <a:solidFill>
                  <a:schemeClr val="tx1"/>
                </a:solidFill>
                <a:latin typeface="Courier New"/>
                <a:cs typeface="Courier New"/>
              </a:rPr>
              <a:t>0	</a:t>
            </a:r>
          </a:p>
          <a:p>
            <a:pPr algn="ctr">
              <a:lnSpc>
                <a:spcPct val="150000"/>
              </a:lnSpc>
              <a:spcBef>
                <a:spcPts val="100"/>
              </a:spcBef>
            </a:pPr>
            <a:r>
              <a:rPr lang="es-ES" sz="1400" dirty="0">
                <a:solidFill>
                  <a:schemeClr val="tx1"/>
                </a:solidFill>
                <a:latin typeface="Courier New"/>
                <a:cs typeface="Courier New"/>
              </a:rPr>
              <a:t>1	</a:t>
            </a:r>
          </a:p>
          <a:p>
            <a:pPr algn="ctr">
              <a:lnSpc>
                <a:spcPct val="150000"/>
              </a:lnSpc>
              <a:spcBef>
                <a:spcPts val="100"/>
              </a:spcBef>
            </a:pPr>
            <a:r>
              <a:rPr lang="es-ES" sz="1400" dirty="0">
                <a:solidFill>
                  <a:schemeClr val="tx1"/>
                </a:solidFill>
                <a:latin typeface="Courier New"/>
                <a:cs typeface="Courier New"/>
              </a:rPr>
              <a:t>2	</a:t>
            </a:r>
          </a:p>
          <a:p>
            <a:pPr algn="ctr">
              <a:lnSpc>
                <a:spcPct val="150000"/>
              </a:lnSpc>
              <a:spcBef>
                <a:spcPts val="100"/>
              </a:spcBef>
            </a:pPr>
            <a:r>
              <a:rPr lang="es-ES" sz="1400" dirty="0">
                <a:solidFill>
                  <a:schemeClr val="tx1"/>
                </a:solidFill>
                <a:latin typeface="Courier New"/>
                <a:cs typeface="Courier New"/>
              </a:rPr>
              <a:t>3	</a:t>
            </a:r>
          </a:p>
          <a:p>
            <a:pPr algn="ctr">
              <a:lnSpc>
                <a:spcPct val="150000"/>
              </a:lnSpc>
              <a:spcBef>
                <a:spcPts val="100"/>
              </a:spcBef>
            </a:pPr>
            <a:r>
              <a:rPr lang="es-ES" sz="1400" dirty="0">
                <a:solidFill>
                  <a:schemeClr val="tx1"/>
                </a:solidFill>
                <a:latin typeface="Courier New"/>
                <a:cs typeface="Courier New"/>
              </a:rPr>
              <a:t>4	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0AA3D851-D83C-3816-D835-C70D129EB177}"/>
              </a:ext>
            </a:extLst>
          </p:cNvPr>
          <p:cNvSpPr txBox="1"/>
          <p:nvPr/>
        </p:nvSpPr>
        <p:spPr>
          <a:xfrm>
            <a:off x="579438" y="1547355"/>
            <a:ext cx="2138125" cy="89901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 anchor="t" anchorCtr="0">
            <a:noAutofit/>
          </a:bodyPr>
          <a:lstStyle/>
          <a:p>
            <a:pPr algn="ctr"/>
            <a:r>
              <a:rPr lang="en-GB" sz="140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entury"/>
                <a:cs typeface="Century"/>
              </a:rPr>
              <a:t>Shared Memory</a:t>
            </a:r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E43F34AE-C8D8-B773-8EC9-F40E5E88CB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6916732"/>
              </p:ext>
            </p:extLst>
          </p:nvPr>
        </p:nvGraphicFramePr>
        <p:xfrm>
          <a:off x="755807" y="1876126"/>
          <a:ext cx="1723292" cy="37084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scrgbClr r="0" g="0" b="0">
                      <a:alpha val="43000"/>
                    </a:scrgbClr>
                  </a:outerShdw>
                </a:effectLst>
                <a:tableStyleId>{5C22544A-7EE6-4342-B048-85BDC9FD1C3A}</a:tableStyleId>
              </a:tblPr>
              <a:tblGrid>
                <a:gridCol w="4308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82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082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0823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4" name="Elipse 33">
            <a:extLst>
              <a:ext uri="{FF2B5EF4-FFF2-40B4-BE49-F238E27FC236}">
                <a16:creationId xmlns:a16="http://schemas.microsoft.com/office/drawing/2014/main" id="{CFBD9EAA-DA50-7510-546E-51CA10A5D8F3}"/>
              </a:ext>
            </a:extLst>
          </p:cNvPr>
          <p:cNvSpPr/>
          <p:nvPr/>
        </p:nvSpPr>
        <p:spPr>
          <a:xfrm>
            <a:off x="82955" y="2897973"/>
            <a:ext cx="366699" cy="366714"/>
          </a:xfrm>
          <a:prstGeom prst="ellipse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37" name="Conector recto de flecha 36">
            <a:extLst>
              <a:ext uri="{FF2B5EF4-FFF2-40B4-BE49-F238E27FC236}">
                <a16:creationId xmlns:a16="http://schemas.microsoft.com/office/drawing/2014/main" id="{617C634F-84BC-87F2-E0FE-BDC6AE31C501}"/>
              </a:ext>
            </a:extLst>
          </p:cNvPr>
          <p:cNvCxnSpPr>
            <a:cxnSpLocks/>
          </p:cNvCxnSpPr>
          <p:nvPr/>
        </p:nvCxnSpPr>
        <p:spPr>
          <a:xfrm flipH="1" flipV="1">
            <a:off x="349697" y="3264687"/>
            <a:ext cx="1360282" cy="1806083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CuadroTexto 37">
            <a:extLst>
              <a:ext uri="{FF2B5EF4-FFF2-40B4-BE49-F238E27FC236}">
                <a16:creationId xmlns:a16="http://schemas.microsoft.com/office/drawing/2014/main" id="{A94D1055-1DA9-431E-387D-CF391D00597D}"/>
              </a:ext>
            </a:extLst>
          </p:cNvPr>
          <p:cNvSpPr txBox="1"/>
          <p:nvPr/>
        </p:nvSpPr>
        <p:spPr>
          <a:xfrm>
            <a:off x="1709264" y="5070770"/>
            <a:ext cx="427236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 err="1">
                <a:latin typeface="Courier New"/>
                <a:cs typeface="Courier New"/>
              </a:rPr>
              <a:t>threadIdx.x</a:t>
            </a:r>
            <a:r>
              <a:rPr lang="en-GB" sz="1400" dirty="0">
                <a:latin typeface="Courier New"/>
                <a:cs typeface="Courier New"/>
              </a:rPr>
              <a:t> = 0 </a:t>
            </a:r>
            <a:r>
              <a:rPr lang="en-GB" sz="1400" dirty="0">
                <a:latin typeface="Century"/>
                <a:cs typeface="Century"/>
              </a:rPr>
              <a:t>copies v into shared memory</a:t>
            </a:r>
          </a:p>
        </p:txBody>
      </p:sp>
      <p:cxnSp>
        <p:nvCxnSpPr>
          <p:cNvPr id="40" name="Conector recto de flecha 39">
            <a:extLst>
              <a:ext uri="{FF2B5EF4-FFF2-40B4-BE49-F238E27FC236}">
                <a16:creationId xmlns:a16="http://schemas.microsoft.com/office/drawing/2014/main" id="{2D2A284A-DAB0-F326-3215-B3CE7421E496}"/>
              </a:ext>
            </a:extLst>
          </p:cNvPr>
          <p:cNvCxnSpPr/>
          <p:nvPr/>
        </p:nvCxnSpPr>
        <p:spPr>
          <a:xfrm flipV="1">
            <a:off x="5935064" y="2667764"/>
            <a:ext cx="864828" cy="245217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6 Rectángulo">
            <a:extLst>
              <a:ext uri="{FF2B5EF4-FFF2-40B4-BE49-F238E27FC236}">
                <a16:creationId xmlns:a16="http://schemas.microsoft.com/office/drawing/2014/main" id="{3FDF6D97-7BCF-78E6-AEB3-86A1AD2D8A48}"/>
              </a:ext>
            </a:extLst>
          </p:cNvPr>
          <p:cNvSpPr/>
          <p:nvPr/>
        </p:nvSpPr>
        <p:spPr>
          <a:xfrm>
            <a:off x="6805726" y="1547355"/>
            <a:ext cx="327232" cy="1350613"/>
          </a:xfrm>
          <a:prstGeom prst="rect">
            <a:avLst/>
          </a:prstGeom>
          <a:noFill/>
          <a:ln>
            <a:solidFill>
              <a:schemeClr val="accent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grpSp>
        <p:nvGrpSpPr>
          <p:cNvPr id="5" name="Agrupar 10">
            <a:extLst>
              <a:ext uri="{FF2B5EF4-FFF2-40B4-BE49-F238E27FC236}">
                <a16:creationId xmlns:a16="http://schemas.microsoft.com/office/drawing/2014/main" id="{810146B2-9724-E700-A64A-C782AB332072}"/>
              </a:ext>
            </a:extLst>
          </p:cNvPr>
          <p:cNvGrpSpPr/>
          <p:nvPr/>
        </p:nvGrpSpPr>
        <p:grpSpPr>
          <a:xfrm>
            <a:off x="449654" y="1626617"/>
            <a:ext cx="6350238" cy="721992"/>
            <a:chOff x="436053" y="1742524"/>
            <a:chExt cx="14668463" cy="721992"/>
          </a:xfrm>
        </p:grpSpPr>
        <p:grpSp>
          <p:nvGrpSpPr>
            <p:cNvPr id="7" name="Agrupar 2">
              <a:extLst>
                <a:ext uri="{FF2B5EF4-FFF2-40B4-BE49-F238E27FC236}">
                  <a16:creationId xmlns:a16="http://schemas.microsoft.com/office/drawing/2014/main" id="{FC07BD1E-D90D-AA0A-E0B2-4B0E2507B5D1}"/>
                </a:ext>
              </a:extLst>
            </p:cNvPr>
            <p:cNvGrpSpPr/>
            <p:nvPr/>
          </p:nvGrpSpPr>
          <p:grpSpPr>
            <a:xfrm>
              <a:off x="436053" y="1742524"/>
              <a:ext cx="6057302" cy="721992"/>
              <a:chOff x="436053" y="1742524"/>
              <a:chExt cx="6057302" cy="721992"/>
            </a:xfrm>
          </p:grpSpPr>
          <p:sp>
            <p:nvSpPr>
              <p:cNvPr id="9" name="5 Rectángulo">
                <a:extLst>
                  <a:ext uri="{FF2B5EF4-FFF2-40B4-BE49-F238E27FC236}">
                    <a16:creationId xmlns:a16="http://schemas.microsoft.com/office/drawing/2014/main" id="{4EC6B5C5-8616-E60B-2B8C-971DCE4DCA6B}"/>
                  </a:ext>
                </a:extLst>
              </p:cNvPr>
              <p:cNvSpPr/>
              <p:nvPr/>
            </p:nvSpPr>
            <p:spPr>
              <a:xfrm>
                <a:off x="436053" y="1742524"/>
                <a:ext cx="6057302" cy="72199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50000"/>
                  </a:lnSpc>
                </a:pPr>
                <a:r>
                  <a:rPr lang="es-ES" sz="1400" dirty="0">
                    <a:solidFill>
                      <a:schemeClr val="tx1"/>
                    </a:solidFill>
                    <a:latin typeface="Courier New"/>
                    <a:cs typeface="Courier New"/>
                  </a:rPr>
                  <a:t>x	x	x	x	</a:t>
                </a:r>
              </a:p>
            </p:txBody>
          </p:sp>
          <p:sp>
            <p:nvSpPr>
              <p:cNvPr id="10" name="6 Rectángulo">
                <a:extLst>
                  <a:ext uri="{FF2B5EF4-FFF2-40B4-BE49-F238E27FC236}">
                    <a16:creationId xmlns:a16="http://schemas.microsoft.com/office/drawing/2014/main" id="{03CEA057-8913-31C3-4C8D-53D08DED9D7B}"/>
                  </a:ext>
                </a:extLst>
              </p:cNvPr>
              <p:cNvSpPr/>
              <p:nvPr/>
            </p:nvSpPr>
            <p:spPr>
              <a:xfrm>
                <a:off x="1143236" y="2000249"/>
                <a:ext cx="4087522" cy="370841"/>
              </a:xfrm>
              <a:prstGeom prst="rect">
                <a:avLst/>
              </a:prstGeom>
              <a:noFill/>
              <a:ln>
                <a:solidFill>
                  <a:schemeClr val="accent3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</p:grpSp>
        <p:cxnSp>
          <p:nvCxnSpPr>
            <p:cNvPr id="8" name="Conector recto de flecha 7">
              <a:extLst>
                <a:ext uri="{FF2B5EF4-FFF2-40B4-BE49-F238E27FC236}">
                  <a16:creationId xmlns:a16="http://schemas.microsoft.com/office/drawing/2014/main" id="{F7FF01F6-0795-ECAD-FA90-262B68C7D5C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77313" y="2185669"/>
              <a:ext cx="9627203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1" name="Marcador de número de diapositiva 40">
            <a:extLst>
              <a:ext uri="{FF2B5EF4-FFF2-40B4-BE49-F238E27FC236}">
                <a16:creationId xmlns:a16="http://schemas.microsoft.com/office/drawing/2014/main" id="{BCFD50D8-706A-C57B-F788-9D844D91BC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0CD1F-DF31-2B47-B9C0-AAD6CC852762}" type="slidenum">
              <a:rPr lang="es-ES" smtClean="0"/>
              <a:t>7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94793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animBg="1"/>
      <p:bldP spid="38" grpId="0"/>
      <p:bldP spid="3" grpId="0" animBg="1"/>
      <p:bldP spid="3" grpId="1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2BBF31-224C-E8B2-C967-04666D53D6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>
            <a:extLst>
              <a:ext uri="{FF2B5EF4-FFF2-40B4-BE49-F238E27FC236}">
                <a16:creationId xmlns:a16="http://schemas.microsoft.com/office/drawing/2014/main" id="{3410D50A-D333-D095-4277-A1FB97174D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34730"/>
          </a:xfrm>
        </p:spPr>
        <p:txBody>
          <a:bodyPr/>
          <a:lstStyle/>
          <a:p>
            <a:r>
              <a:rPr lang="es-ES" dirty="0" err="1"/>
              <a:t>Example</a:t>
            </a:r>
            <a:r>
              <a:rPr lang="es-ES" dirty="0"/>
              <a:t>: c = A * v</a:t>
            </a:r>
          </a:p>
        </p:txBody>
      </p:sp>
      <p:sp>
        <p:nvSpPr>
          <p:cNvPr id="6" name="5 Rectángulo">
            <a:extLst>
              <a:ext uri="{FF2B5EF4-FFF2-40B4-BE49-F238E27FC236}">
                <a16:creationId xmlns:a16="http://schemas.microsoft.com/office/drawing/2014/main" id="{29237C5D-2966-EA95-1FBB-C0535BF539B4}"/>
              </a:ext>
            </a:extLst>
          </p:cNvPr>
          <p:cNvSpPr/>
          <p:nvPr/>
        </p:nvSpPr>
        <p:spPr>
          <a:xfrm>
            <a:off x="436053" y="2728858"/>
            <a:ext cx="6057302" cy="1937931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s-ES" sz="1400" dirty="0">
                <a:solidFill>
                  <a:schemeClr val="tx1"/>
                </a:solidFill>
                <a:latin typeface="Courier New"/>
                <a:cs typeface="Courier New"/>
              </a:rPr>
              <a:t>x	x	x	x	x	x	x	x	x	x	x	x</a:t>
            </a:r>
          </a:p>
          <a:p>
            <a:pPr algn="ctr">
              <a:lnSpc>
                <a:spcPct val="150000"/>
              </a:lnSpc>
              <a:spcBef>
                <a:spcPts val="100"/>
              </a:spcBef>
            </a:pPr>
            <a:r>
              <a:rPr lang="es-ES" sz="1400" dirty="0">
                <a:solidFill>
                  <a:schemeClr val="tx1"/>
                </a:solidFill>
                <a:latin typeface="Courier New"/>
                <a:cs typeface="Courier New"/>
              </a:rPr>
              <a:t>x	x	x	x	x	x	x	x	x	x	x	x</a:t>
            </a:r>
          </a:p>
          <a:p>
            <a:pPr algn="ctr">
              <a:lnSpc>
                <a:spcPct val="150000"/>
              </a:lnSpc>
              <a:spcBef>
                <a:spcPts val="100"/>
              </a:spcBef>
            </a:pPr>
            <a:r>
              <a:rPr lang="es-ES" sz="1400" dirty="0">
                <a:solidFill>
                  <a:schemeClr val="tx1"/>
                </a:solidFill>
                <a:latin typeface="Courier New"/>
                <a:cs typeface="Courier New"/>
              </a:rPr>
              <a:t>x	x	x	x	x	x	x	x	x	x	x	x</a:t>
            </a:r>
          </a:p>
          <a:p>
            <a:pPr algn="ctr">
              <a:lnSpc>
                <a:spcPct val="150000"/>
              </a:lnSpc>
              <a:spcBef>
                <a:spcPts val="100"/>
              </a:spcBef>
            </a:pPr>
            <a:r>
              <a:rPr lang="es-ES" sz="1400" dirty="0">
                <a:solidFill>
                  <a:schemeClr val="tx1"/>
                </a:solidFill>
                <a:latin typeface="Courier New"/>
                <a:cs typeface="Courier New"/>
              </a:rPr>
              <a:t>x	x	x	x	x	x	x	x	x	x	x	x</a:t>
            </a:r>
          </a:p>
          <a:p>
            <a:pPr algn="ctr">
              <a:lnSpc>
                <a:spcPct val="150000"/>
              </a:lnSpc>
              <a:spcBef>
                <a:spcPts val="100"/>
              </a:spcBef>
            </a:pPr>
            <a:r>
              <a:rPr lang="es-ES" sz="1400" dirty="0">
                <a:solidFill>
                  <a:schemeClr val="tx1"/>
                </a:solidFill>
                <a:latin typeface="Courier New"/>
                <a:cs typeface="Courier New"/>
              </a:rPr>
              <a:t>x	x	x	x	x	x	x	x	x	x	x	x</a:t>
            </a:r>
          </a:p>
        </p:txBody>
      </p:sp>
      <p:sp>
        <p:nvSpPr>
          <p:cNvPr id="32" name="18 Rectángulo">
            <a:extLst>
              <a:ext uri="{FF2B5EF4-FFF2-40B4-BE49-F238E27FC236}">
                <a16:creationId xmlns:a16="http://schemas.microsoft.com/office/drawing/2014/main" id="{63DF80B5-6D63-EE09-2F1F-F5B909E164E4}"/>
              </a:ext>
            </a:extLst>
          </p:cNvPr>
          <p:cNvSpPr/>
          <p:nvPr/>
        </p:nvSpPr>
        <p:spPr>
          <a:xfrm>
            <a:off x="6704103" y="1394034"/>
            <a:ext cx="899650" cy="495545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  <a:spcBef>
                <a:spcPts val="100"/>
              </a:spcBef>
            </a:pPr>
            <a:r>
              <a:rPr lang="es-ES" sz="1400" dirty="0">
                <a:solidFill>
                  <a:schemeClr val="tx1"/>
                </a:solidFill>
                <a:latin typeface="Courier New"/>
                <a:cs typeface="Courier New"/>
              </a:rPr>
              <a:t>x	</a:t>
            </a:r>
          </a:p>
          <a:p>
            <a:pPr algn="ctr">
              <a:lnSpc>
                <a:spcPct val="150000"/>
              </a:lnSpc>
              <a:spcBef>
                <a:spcPts val="100"/>
              </a:spcBef>
            </a:pPr>
            <a:r>
              <a:rPr lang="es-ES" sz="1400" dirty="0">
                <a:solidFill>
                  <a:schemeClr val="tx1"/>
                </a:solidFill>
                <a:latin typeface="Courier New"/>
                <a:cs typeface="Courier New"/>
              </a:rPr>
              <a:t>x	</a:t>
            </a:r>
          </a:p>
          <a:p>
            <a:pPr algn="ctr">
              <a:lnSpc>
                <a:spcPct val="150000"/>
              </a:lnSpc>
              <a:spcBef>
                <a:spcPts val="100"/>
              </a:spcBef>
            </a:pPr>
            <a:r>
              <a:rPr lang="es-ES" sz="1400" dirty="0">
                <a:solidFill>
                  <a:schemeClr val="tx1"/>
                </a:solidFill>
                <a:latin typeface="Courier New"/>
                <a:cs typeface="Courier New"/>
              </a:rPr>
              <a:t>x	</a:t>
            </a:r>
          </a:p>
          <a:p>
            <a:pPr algn="ctr">
              <a:lnSpc>
                <a:spcPct val="150000"/>
              </a:lnSpc>
              <a:spcBef>
                <a:spcPts val="100"/>
              </a:spcBef>
            </a:pPr>
            <a:r>
              <a:rPr lang="es-ES" sz="1400" dirty="0">
                <a:solidFill>
                  <a:schemeClr val="tx1"/>
                </a:solidFill>
                <a:latin typeface="Courier New"/>
                <a:cs typeface="Courier New"/>
              </a:rPr>
              <a:t>x	</a:t>
            </a:r>
          </a:p>
          <a:p>
            <a:pPr algn="ctr">
              <a:lnSpc>
                <a:spcPct val="150000"/>
              </a:lnSpc>
              <a:spcBef>
                <a:spcPts val="100"/>
              </a:spcBef>
            </a:pPr>
            <a:r>
              <a:rPr lang="es-ES" sz="1400" dirty="0">
                <a:solidFill>
                  <a:schemeClr val="tx1"/>
                </a:solidFill>
                <a:latin typeface="Courier New"/>
                <a:cs typeface="Courier New"/>
              </a:rPr>
              <a:t>x	</a:t>
            </a:r>
          </a:p>
          <a:p>
            <a:pPr algn="ctr">
              <a:lnSpc>
                <a:spcPct val="150000"/>
              </a:lnSpc>
              <a:spcBef>
                <a:spcPts val="100"/>
              </a:spcBef>
            </a:pPr>
            <a:r>
              <a:rPr lang="es-ES" sz="1400" dirty="0">
                <a:solidFill>
                  <a:schemeClr val="tx1"/>
                </a:solidFill>
                <a:latin typeface="Courier New"/>
                <a:cs typeface="Courier New"/>
              </a:rPr>
              <a:t>x	</a:t>
            </a:r>
          </a:p>
          <a:p>
            <a:pPr algn="ctr">
              <a:lnSpc>
                <a:spcPct val="150000"/>
              </a:lnSpc>
              <a:spcBef>
                <a:spcPts val="100"/>
              </a:spcBef>
            </a:pPr>
            <a:r>
              <a:rPr lang="es-ES" sz="1400" dirty="0">
                <a:solidFill>
                  <a:schemeClr val="tx1"/>
                </a:solidFill>
                <a:latin typeface="Courier New"/>
                <a:cs typeface="Courier New"/>
              </a:rPr>
              <a:t>x	</a:t>
            </a:r>
          </a:p>
          <a:p>
            <a:pPr algn="ctr">
              <a:lnSpc>
                <a:spcPct val="150000"/>
              </a:lnSpc>
              <a:spcBef>
                <a:spcPts val="100"/>
              </a:spcBef>
            </a:pPr>
            <a:r>
              <a:rPr lang="es-ES" sz="1400" dirty="0">
                <a:solidFill>
                  <a:schemeClr val="tx1"/>
                </a:solidFill>
                <a:latin typeface="Courier New"/>
                <a:cs typeface="Courier New"/>
              </a:rPr>
              <a:t>x	</a:t>
            </a:r>
          </a:p>
          <a:p>
            <a:pPr algn="ctr">
              <a:lnSpc>
                <a:spcPct val="150000"/>
              </a:lnSpc>
              <a:spcBef>
                <a:spcPts val="100"/>
              </a:spcBef>
            </a:pPr>
            <a:r>
              <a:rPr lang="es-ES" sz="1400" dirty="0">
                <a:solidFill>
                  <a:schemeClr val="tx1"/>
                </a:solidFill>
                <a:latin typeface="Courier New"/>
                <a:cs typeface="Courier New"/>
              </a:rPr>
              <a:t>x	</a:t>
            </a:r>
          </a:p>
          <a:p>
            <a:pPr algn="ctr">
              <a:lnSpc>
                <a:spcPct val="150000"/>
              </a:lnSpc>
              <a:spcBef>
                <a:spcPts val="100"/>
              </a:spcBef>
            </a:pPr>
            <a:r>
              <a:rPr lang="es-ES" sz="1400" dirty="0">
                <a:solidFill>
                  <a:schemeClr val="tx1"/>
                </a:solidFill>
                <a:latin typeface="Courier New"/>
                <a:cs typeface="Courier New"/>
              </a:rPr>
              <a:t>x	</a:t>
            </a:r>
          </a:p>
          <a:p>
            <a:pPr algn="ctr">
              <a:lnSpc>
                <a:spcPct val="150000"/>
              </a:lnSpc>
              <a:spcBef>
                <a:spcPts val="100"/>
              </a:spcBef>
            </a:pPr>
            <a:r>
              <a:rPr lang="es-ES" sz="1400" dirty="0">
                <a:solidFill>
                  <a:schemeClr val="tx1"/>
                </a:solidFill>
                <a:latin typeface="Courier New"/>
                <a:cs typeface="Courier New"/>
              </a:rPr>
              <a:t>x	</a:t>
            </a:r>
          </a:p>
          <a:p>
            <a:pPr algn="ctr">
              <a:lnSpc>
                <a:spcPct val="150000"/>
              </a:lnSpc>
              <a:spcBef>
                <a:spcPts val="100"/>
              </a:spcBef>
            </a:pPr>
            <a:r>
              <a:rPr lang="es-ES" sz="1400" dirty="0">
                <a:solidFill>
                  <a:schemeClr val="tx1"/>
                </a:solidFill>
                <a:latin typeface="Courier New"/>
                <a:cs typeface="Courier New"/>
              </a:rPr>
              <a:t>x	</a:t>
            </a:r>
          </a:p>
          <a:p>
            <a:pPr algn="ctr">
              <a:lnSpc>
                <a:spcPct val="150000"/>
              </a:lnSpc>
              <a:spcBef>
                <a:spcPts val="100"/>
              </a:spcBef>
            </a:pPr>
            <a:r>
              <a:rPr lang="es-ES" sz="1400" dirty="0">
                <a:solidFill>
                  <a:schemeClr val="bg1">
                    <a:lumMod val="75000"/>
                  </a:schemeClr>
                </a:solidFill>
              </a:rPr>
              <a:t>	</a:t>
            </a:r>
          </a:p>
          <a:p>
            <a:pPr algn="ctr">
              <a:lnSpc>
                <a:spcPct val="150000"/>
              </a:lnSpc>
              <a:spcBef>
                <a:spcPts val="100"/>
              </a:spcBef>
            </a:pPr>
            <a:endParaRPr lang="es-ES" dirty="0"/>
          </a:p>
        </p:txBody>
      </p:sp>
      <p:sp>
        <p:nvSpPr>
          <p:cNvPr id="39" name="18 Rectángulo">
            <a:extLst>
              <a:ext uri="{FF2B5EF4-FFF2-40B4-BE49-F238E27FC236}">
                <a16:creationId xmlns:a16="http://schemas.microsoft.com/office/drawing/2014/main" id="{213B7D7F-8A4A-8355-7D1C-0B3BC11ECCAE}"/>
              </a:ext>
            </a:extLst>
          </p:cNvPr>
          <p:cNvSpPr/>
          <p:nvPr/>
        </p:nvSpPr>
        <p:spPr>
          <a:xfrm>
            <a:off x="7761993" y="1394034"/>
            <a:ext cx="899650" cy="495545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  <a:spcBef>
                <a:spcPts val="100"/>
              </a:spcBef>
            </a:pPr>
            <a:r>
              <a:rPr lang="es-ES" sz="1400" dirty="0">
                <a:solidFill>
                  <a:schemeClr val="tx1"/>
                </a:solidFill>
                <a:latin typeface="Courier New"/>
                <a:cs typeface="Courier New"/>
              </a:rPr>
              <a:t>x	</a:t>
            </a:r>
          </a:p>
          <a:p>
            <a:pPr algn="ctr">
              <a:lnSpc>
                <a:spcPct val="150000"/>
              </a:lnSpc>
              <a:spcBef>
                <a:spcPts val="100"/>
              </a:spcBef>
            </a:pPr>
            <a:r>
              <a:rPr lang="es-ES" sz="1400" dirty="0">
                <a:solidFill>
                  <a:schemeClr val="tx1"/>
                </a:solidFill>
                <a:latin typeface="Courier New"/>
                <a:cs typeface="Courier New"/>
              </a:rPr>
              <a:t>x	</a:t>
            </a:r>
          </a:p>
          <a:p>
            <a:pPr algn="ctr">
              <a:lnSpc>
                <a:spcPct val="150000"/>
              </a:lnSpc>
              <a:spcBef>
                <a:spcPts val="100"/>
              </a:spcBef>
            </a:pPr>
            <a:r>
              <a:rPr lang="es-ES" sz="1400" dirty="0">
                <a:solidFill>
                  <a:schemeClr val="tx1"/>
                </a:solidFill>
                <a:latin typeface="Courier New"/>
                <a:cs typeface="Courier New"/>
              </a:rPr>
              <a:t>x	</a:t>
            </a:r>
          </a:p>
          <a:p>
            <a:pPr algn="ctr">
              <a:lnSpc>
                <a:spcPct val="150000"/>
              </a:lnSpc>
              <a:spcBef>
                <a:spcPts val="100"/>
              </a:spcBef>
            </a:pPr>
            <a:r>
              <a:rPr lang="es-ES" sz="1400" dirty="0">
                <a:solidFill>
                  <a:schemeClr val="tx1"/>
                </a:solidFill>
                <a:latin typeface="Courier New"/>
                <a:cs typeface="Courier New"/>
              </a:rPr>
              <a:t>x	</a:t>
            </a:r>
          </a:p>
          <a:p>
            <a:pPr algn="ctr">
              <a:lnSpc>
                <a:spcPct val="150000"/>
              </a:lnSpc>
              <a:spcBef>
                <a:spcPts val="100"/>
              </a:spcBef>
            </a:pPr>
            <a:r>
              <a:rPr lang="es-ES" sz="1400" dirty="0">
                <a:solidFill>
                  <a:schemeClr val="tx1"/>
                </a:solidFill>
                <a:latin typeface="Courier New"/>
                <a:cs typeface="Courier New"/>
              </a:rPr>
              <a:t>x	</a:t>
            </a:r>
          </a:p>
          <a:p>
            <a:pPr algn="ctr">
              <a:lnSpc>
                <a:spcPct val="150000"/>
              </a:lnSpc>
              <a:spcBef>
                <a:spcPts val="100"/>
              </a:spcBef>
            </a:pPr>
            <a:r>
              <a:rPr lang="es-ES" sz="1400" dirty="0">
                <a:solidFill>
                  <a:schemeClr val="tx1"/>
                </a:solidFill>
                <a:latin typeface="Courier New"/>
                <a:cs typeface="Courier New"/>
              </a:rPr>
              <a:t>x	</a:t>
            </a:r>
          </a:p>
          <a:p>
            <a:pPr algn="ctr">
              <a:lnSpc>
                <a:spcPct val="150000"/>
              </a:lnSpc>
              <a:spcBef>
                <a:spcPts val="100"/>
              </a:spcBef>
            </a:pPr>
            <a:r>
              <a:rPr lang="es-ES" sz="1400" dirty="0">
                <a:solidFill>
                  <a:schemeClr val="tx1"/>
                </a:solidFill>
                <a:latin typeface="Courier New"/>
                <a:cs typeface="Courier New"/>
              </a:rPr>
              <a:t>x	</a:t>
            </a:r>
          </a:p>
          <a:p>
            <a:pPr algn="ctr">
              <a:lnSpc>
                <a:spcPct val="150000"/>
              </a:lnSpc>
              <a:spcBef>
                <a:spcPts val="100"/>
              </a:spcBef>
            </a:pPr>
            <a:r>
              <a:rPr lang="es-ES" sz="1400" dirty="0">
                <a:solidFill>
                  <a:schemeClr val="tx1"/>
                </a:solidFill>
                <a:latin typeface="Courier New"/>
                <a:cs typeface="Courier New"/>
              </a:rPr>
              <a:t>x	</a:t>
            </a:r>
          </a:p>
          <a:p>
            <a:pPr algn="ctr">
              <a:lnSpc>
                <a:spcPct val="150000"/>
              </a:lnSpc>
              <a:spcBef>
                <a:spcPts val="100"/>
              </a:spcBef>
            </a:pPr>
            <a:r>
              <a:rPr lang="es-ES" sz="1400" dirty="0">
                <a:solidFill>
                  <a:schemeClr val="tx1"/>
                </a:solidFill>
                <a:latin typeface="Courier New"/>
                <a:cs typeface="Courier New"/>
              </a:rPr>
              <a:t>x	</a:t>
            </a:r>
          </a:p>
          <a:p>
            <a:pPr algn="ctr">
              <a:lnSpc>
                <a:spcPct val="150000"/>
              </a:lnSpc>
              <a:spcBef>
                <a:spcPts val="100"/>
              </a:spcBef>
            </a:pPr>
            <a:r>
              <a:rPr lang="es-ES" sz="1400" dirty="0">
                <a:solidFill>
                  <a:schemeClr val="tx1"/>
                </a:solidFill>
                <a:latin typeface="Courier New"/>
                <a:cs typeface="Courier New"/>
              </a:rPr>
              <a:t>x	</a:t>
            </a:r>
          </a:p>
          <a:p>
            <a:pPr algn="ctr">
              <a:lnSpc>
                <a:spcPct val="150000"/>
              </a:lnSpc>
              <a:spcBef>
                <a:spcPts val="100"/>
              </a:spcBef>
            </a:pPr>
            <a:r>
              <a:rPr lang="es-ES" sz="1400" dirty="0">
                <a:solidFill>
                  <a:schemeClr val="tx1"/>
                </a:solidFill>
                <a:latin typeface="Courier New"/>
                <a:cs typeface="Courier New"/>
              </a:rPr>
              <a:t>x	</a:t>
            </a:r>
          </a:p>
          <a:p>
            <a:pPr algn="ctr">
              <a:lnSpc>
                <a:spcPct val="150000"/>
              </a:lnSpc>
              <a:spcBef>
                <a:spcPts val="100"/>
              </a:spcBef>
            </a:pPr>
            <a:r>
              <a:rPr lang="es-ES" sz="1400" dirty="0">
                <a:solidFill>
                  <a:schemeClr val="tx1"/>
                </a:solidFill>
                <a:latin typeface="Courier New"/>
                <a:cs typeface="Courier New"/>
              </a:rPr>
              <a:t>x	</a:t>
            </a:r>
          </a:p>
          <a:p>
            <a:pPr algn="ctr">
              <a:lnSpc>
                <a:spcPct val="150000"/>
              </a:lnSpc>
              <a:spcBef>
                <a:spcPts val="100"/>
              </a:spcBef>
            </a:pPr>
            <a:r>
              <a:rPr lang="es-ES" sz="1400" dirty="0">
                <a:solidFill>
                  <a:schemeClr val="tx1"/>
                </a:solidFill>
                <a:latin typeface="Courier New"/>
                <a:cs typeface="Courier New"/>
              </a:rPr>
              <a:t>x</a:t>
            </a:r>
            <a:r>
              <a:rPr lang="es-ES" sz="1400" dirty="0">
                <a:solidFill>
                  <a:schemeClr val="bg1">
                    <a:lumMod val="75000"/>
                  </a:schemeClr>
                </a:solidFill>
              </a:rPr>
              <a:t>	</a:t>
            </a:r>
          </a:p>
          <a:p>
            <a:pPr algn="ctr">
              <a:lnSpc>
                <a:spcPct val="150000"/>
              </a:lnSpc>
              <a:spcBef>
                <a:spcPts val="100"/>
              </a:spcBef>
            </a:pPr>
            <a:endParaRPr lang="es-ES" dirty="0"/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4C78AC66-4834-940D-A53C-6AB07CE4DC5B}"/>
              </a:ext>
            </a:extLst>
          </p:cNvPr>
          <p:cNvSpPr txBox="1"/>
          <p:nvPr/>
        </p:nvSpPr>
        <p:spPr>
          <a:xfrm>
            <a:off x="2948609" y="1068876"/>
            <a:ext cx="55020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>
                <a:latin typeface="Century"/>
                <a:cs typeface="Century"/>
              </a:rPr>
              <a:t>A                                *                           v       =      c</a:t>
            </a:r>
          </a:p>
        </p:txBody>
      </p:sp>
      <p:sp>
        <p:nvSpPr>
          <p:cNvPr id="19" name="18 Rectángulo">
            <a:extLst>
              <a:ext uri="{FF2B5EF4-FFF2-40B4-BE49-F238E27FC236}">
                <a16:creationId xmlns:a16="http://schemas.microsoft.com/office/drawing/2014/main" id="{FB0E9F68-638F-3A01-C3F5-3565D90E9514}"/>
              </a:ext>
            </a:extLst>
          </p:cNvPr>
          <p:cNvSpPr/>
          <p:nvPr/>
        </p:nvSpPr>
        <p:spPr>
          <a:xfrm>
            <a:off x="-13772" y="2801938"/>
            <a:ext cx="899650" cy="184897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  <a:spcBef>
                <a:spcPts val="100"/>
              </a:spcBef>
            </a:pPr>
            <a:r>
              <a:rPr lang="es-ES" sz="1400" dirty="0">
                <a:solidFill>
                  <a:schemeClr val="tx1"/>
                </a:solidFill>
                <a:latin typeface="Courier New"/>
                <a:cs typeface="Courier New"/>
              </a:rPr>
              <a:t>0	</a:t>
            </a:r>
          </a:p>
          <a:p>
            <a:pPr algn="ctr">
              <a:lnSpc>
                <a:spcPct val="150000"/>
              </a:lnSpc>
              <a:spcBef>
                <a:spcPts val="100"/>
              </a:spcBef>
            </a:pPr>
            <a:r>
              <a:rPr lang="es-ES" sz="1400" dirty="0">
                <a:solidFill>
                  <a:schemeClr val="tx1"/>
                </a:solidFill>
                <a:latin typeface="Courier New"/>
                <a:cs typeface="Courier New"/>
              </a:rPr>
              <a:t>1	</a:t>
            </a:r>
          </a:p>
          <a:p>
            <a:pPr algn="ctr">
              <a:lnSpc>
                <a:spcPct val="150000"/>
              </a:lnSpc>
              <a:spcBef>
                <a:spcPts val="100"/>
              </a:spcBef>
            </a:pPr>
            <a:r>
              <a:rPr lang="es-ES" sz="1400" dirty="0">
                <a:solidFill>
                  <a:schemeClr val="tx1"/>
                </a:solidFill>
                <a:latin typeface="Courier New"/>
                <a:cs typeface="Courier New"/>
              </a:rPr>
              <a:t>2	</a:t>
            </a:r>
          </a:p>
          <a:p>
            <a:pPr algn="ctr">
              <a:lnSpc>
                <a:spcPct val="150000"/>
              </a:lnSpc>
              <a:spcBef>
                <a:spcPts val="100"/>
              </a:spcBef>
            </a:pPr>
            <a:r>
              <a:rPr lang="es-ES" sz="1400" dirty="0">
                <a:solidFill>
                  <a:schemeClr val="tx1"/>
                </a:solidFill>
                <a:latin typeface="Courier New"/>
                <a:cs typeface="Courier New"/>
              </a:rPr>
              <a:t>3	</a:t>
            </a:r>
          </a:p>
          <a:p>
            <a:pPr algn="ctr">
              <a:lnSpc>
                <a:spcPct val="150000"/>
              </a:lnSpc>
              <a:spcBef>
                <a:spcPts val="100"/>
              </a:spcBef>
            </a:pPr>
            <a:r>
              <a:rPr lang="es-ES" sz="1400" dirty="0">
                <a:solidFill>
                  <a:schemeClr val="tx1"/>
                </a:solidFill>
                <a:latin typeface="Courier New"/>
                <a:cs typeface="Courier New"/>
              </a:rPr>
              <a:t>4	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E6C8CE2C-6246-91DE-11CB-11093F3BBD13}"/>
              </a:ext>
            </a:extLst>
          </p:cNvPr>
          <p:cNvSpPr txBox="1"/>
          <p:nvPr/>
        </p:nvSpPr>
        <p:spPr>
          <a:xfrm>
            <a:off x="579438" y="1547355"/>
            <a:ext cx="2138125" cy="89901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 anchor="t" anchorCtr="0">
            <a:noAutofit/>
          </a:bodyPr>
          <a:lstStyle/>
          <a:p>
            <a:pPr algn="ctr"/>
            <a:r>
              <a:rPr lang="en-GB" sz="140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entury"/>
                <a:cs typeface="Century"/>
              </a:rPr>
              <a:t>Shared Memory</a:t>
            </a:r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47B9E60B-5A71-4D29-2D3A-0EBE0799D2E6}"/>
              </a:ext>
            </a:extLst>
          </p:cNvPr>
          <p:cNvGraphicFramePr>
            <a:graphicFrameLocks noGrp="1"/>
          </p:cNvGraphicFramePr>
          <p:nvPr/>
        </p:nvGraphicFramePr>
        <p:xfrm>
          <a:off x="755807" y="1876126"/>
          <a:ext cx="1723292" cy="37084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scrgbClr r="0" g="0" b="0">
                      <a:alpha val="43000"/>
                    </a:scrgbClr>
                  </a:outerShdw>
                </a:effectLst>
                <a:tableStyleId>{5C22544A-7EE6-4342-B048-85BDC9FD1C3A}</a:tableStyleId>
              </a:tblPr>
              <a:tblGrid>
                <a:gridCol w="4308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82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082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0823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8" name="6 Rectángulo">
            <a:extLst>
              <a:ext uri="{FF2B5EF4-FFF2-40B4-BE49-F238E27FC236}">
                <a16:creationId xmlns:a16="http://schemas.microsoft.com/office/drawing/2014/main" id="{AA45AEF0-A148-572C-2B53-CB75F9EEF753}"/>
              </a:ext>
            </a:extLst>
          </p:cNvPr>
          <p:cNvSpPr/>
          <p:nvPr/>
        </p:nvSpPr>
        <p:spPr>
          <a:xfrm>
            <a:off x="6804233" y="2897968"/>
            <a:ext cx="327232" cy="1350613"/>
          </a:xfrm>
          <a:prstGeom prst="rect">
            <a:avLst/>
          </a:prstGeom>
          <a:noFill/>
          <a:ln>
            <a:solidFill>
              <a:schemeClr val="accent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grpSp>
        <p:nvGrpSpPr>
          <p:cNvPr id="11" name="Agrupar 10">
            <a:extLst>
              <a:ext uri="{FF2B5EF4-FFF2-40B4-BE49-F238E27FC236}">
                <a16:creationId xmlns:a16="http://schemas.microsoft.com/office/drawing/2014/main" id="{476B7554-BAC0-94EA-2A5D-613442697D3F}"/>
              </a:ext>
            </a:extLst>
          </p:cNvPr>
          <p:cNvGrpSpPr/>
          <p:nvPr/>
        </p:nvGrpSpPr>
        <p:grpSpPr>
          <a:xfrm>
            <a:off x="482357" y="1642610"/>
            <a:ext cx="6317535" cy="1255358"/>
            <a:chOff x="436053" y="1742524"/>
            <a:chExt cx="14592922" cy="1255358"/>
          </a:xfrm>
        </p:grpSpPr>
        <p:grpSp>
          <p:nvGrpSpPr>
            <p:cNvPr id="12" name="Agrupar 2">
              <a:extLst>
                <a:ext uri="{FF2B5EF4-FFF2-40B4-BE49-F238E27FC236}">
                  <a16:creationId xmlns:a16="http://schemas.microsoft.com/office/drawing/2014/main" id="{44420722-42D6-EF25-FAF3-C41D26B6BBFB}"/>
                </a:ext>
              </a:extLst>
            </p:cNvPr>
            <p:cNvGrpSpPr/>
            <p:nvPr/>
          </p:nvGrpSpPr>
          <p:grpSpPr>
            <a:xfrm>
              <a:off x="436053" y="1742524"/>
              <a:ext cx="6057302" cy="721992"/>
              <a:chOff x="436053" y="1742524"/>
              <a:chExt cx="6057302" cy="721992"/>
            </a:xfrm>
          </p:grpSpPr>
          <p:sp>
            <p:nvSpPr>
              <p:cNvPr id="14" name="5 Rectángulo">
                <a:extLst>
                  <a:ext uri="{FF2B5EF4-FFF2-40B4-BE49-F238E27FC236}">
                    <a16:creationId xmlns:a16="http://schemas.microsoft.com/office/drawing/2014/main" id="{BDB18E57-3FF3-8EAC-07C9-AE61C2345F30}"/>
                  </a:ext>
                </a:extLst>
              </p:cNvPr>
              <p:cNvSpPr/>
              <p:nvPr/>
            </p:nvSpPr>
            <p:spPr>
              <a:xfrm>
                <a:off x="436053" y="1742524"/>
                <a:ext cx="6057302" cy="72199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50000"/>
                  </a:lnSpc>
                </a:pPr>
                <a:r>
                  <a:rPr lang="es-ES" sz="1400" dirty="0">
                    <a:solidFill>
                      <a:schemeClr val="tx1"/>
                    </a:solidFill>
                    <a:latin typeface="Courier New"/>
                    <a:cs typeface="Courier New"/>
                  </a:rPr>
                  <a:t>x	x	x	x	</a:t>
                </a:r>
              </a:p>
            </p:txBody>
          </p:sp>
          <p:sp>
            <p:nvSpPr>
              <p:cNvPr id="15" name="6 Rectángulo">
                <a:extLst>
                  <a:ext uri="{FF2B5EF4-FFF2-40B4-BE49-F238E27FC236}">
                    <a16:creationId xmlns:a16="http://schemas.microsoft.com/office/drawing/2014/main" id="{5FA6E9AA-E09A-937D-C1E2-54DFE54BB164}"/>
                  </a:ext>
                </a:extLst>
              </p:cNvPr>
              <p:cNvSpPr/>
              <p:nvPr/>
            </p:nvSpPr>
            <p:spPr>
              <a:xfrm>
                <a:off x="1143236" y="2000249"/>
                <a:ext cx="4087522" cy="370841"/>
              </a:xfrm>
              <a:prstGeom prst="rect">
                <a:avLst/>
              </a:prstGeom>
              <a:noFill/>
              <a:ln>
                <a:solidFill>
                  <a:schemeClr val="accent3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</p:grpSp>
        <p:cxnSp>
          <p:nvCxnSpPr>
            <p:cNvPr id="13" name="Conector recto de flecha 12">
              <a:extLst>
                <a:ext uri="{FF2B5EF4-FFF2-40B4-BE49-F238E27FC236}">
                  <a16:creationId xmlns:a16="http://schemas.microsoft.com/office/drawing/2014/main" id="{71D3E8E5-7AC9-9DCD-5460-CC7964B30CE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477313" y="2185669"/>
              <a:ext cx="9551662" cy="812213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Marcador de número de diapositiva 16">
            <a:extLst>
              <a:ext uri="{FF2B5EF4-FFF2-40B4-BE49-F238E27FC236}">
                <a16:creationId xmlns:a16="http://schemas.microsoft.com/office/drawing/2014/main" id="{2C525687-CE2C-FCA0-6614-DA05EAB07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0CD1F-DF31-2B47-B9C0-AAD6CC852762}" type="slidenum">
              <a:rPr lang="es-ES" smtClean="0"/>
              <a:t>8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7085728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28" grpId="1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DAB7AB-3877-7F19-C7E8-5EE102F5A6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>
            <a:extLst>
              <a:ext uri="{FF2B5EF4-FFF2-40B4-BE49-F238E27FC236}">
                <a16:creationId xmlns:a16="http://schemas.microsoft.com/office/drawing/2014/main" id="{F1931869-5C5B-5DC8-565B-03EE6B7BE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34730"/>
          </a:xfrm>
        </p:spPr>
        <p:txBody>
          <a:bodyPr/>
          <a:lstStyle/>
          <a:p>
            <a:r>
              <a:rPr lang="es-ES" dirty="0" err="1"/>
              <a:t>Example</a:t>
            </a:r>
            <a:r>
              <a:rPr lang="es-ES" dirty="0"/>
              <a:t>: c = A * v</a:t>
            </a:r>
          </a:p>
        </p:txBody>
      </p:sp>
      <p:sp>
        <p:nvSpPr>
          <p:cNvPr id="6" name="5 Rectángulo">
            <a:extLst>
              <a:ext uri="{FF2B5EF4-FFF2-40B4-BE49-F238E27FC236}">
                <a16:creationId xmlns:a16="http://schemas.microsoft.com/office/drawing/2014/main" id="{19BA8D84-E87E-68B5-A097-D98423052AE9}"/>
              </a:ext>
            </a:extLst>
          </p:cNvPr>
          <p:cNvSpPr/>
          <p:nvPr/>
        </p:nvSpPr>
        <p:spPr>
          <a:xfrm>
            <a:off x="436053" y="2728858"/>
            <a:ext cx="6057302" cy="1937931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s-ES" sz="1400" dirty="0">
                <a:solidFill>
                  <a:schemeClr val="tx1"/>
                </a:solidFill>
                <a:latin typeface="Courier New"/>
                <a:cs typeface="Courier New"/>
              </a:rPr>
              <a:t>x	x	x	x	x	x	x	x	x	x	x	x</a:t>
            </a:r>
          </a:p>
          <a:p>
            <a:pPr algn="ctr">
              <a:lnSpc>
                <a:spcPct val="150000"/>
              </a:lnSpc>
              <a:spcBef>
                <a:spcPts val="100"/>
              </a:spcBef>
            </a:pPr>
            <a:r>
              <a:rPr lang="es-ES" sz="1400" dirty="0">
                <a:solidFill>
                  <a:schemeClr val="tx1"/>
                </a:solidFill>
                <a:latin typeface="Courier New"/>
                <a:cs typeface="Courier New"/>
              </a:rPr>
              <a:t>x	x	x	x	x	x	x	x	x	x	x	x</a:t>
            </a:r>
          </a:p>
          <a:p>
            <a:pPr algn="ctr">
              <a:lnSpc>
                <a:spcPct val="150000"/>
              </a:lnSpc>
              <a:spcBef>
                <a:spcPts val="100"/>
              </a:spcBef>
            </a:pPr>
            <a:r>
              <a:rPr lang="es-ES" sz="1400" dirty="0">
                <a:solidFill>
                  <a:schemeClr val="tx1"/>
                </a:solidFill>
                <a:latin typeface="Courier New"/>
                <a:cs typeface="Courier New"/>
              </a:rPr>
              <a:t>x	x	x	x	x	x	x	x	x	x	x	x</a:t>
            </a:r>
          </a:p>
          <a:p>
            <a:pPr algn="ctr">
              <a:lnSpc>
                <a:spcPct val="150000"/>
              </a:lnSpc>
              <a:spcBef>
                <a:spcPts val="100"/>
              </a:spcBef>
            </a:pPr>
            <a:r>
              <a:rPr lang="es-ES" sz="1400" dirty="0">
                <a:solidFill>
                  <a:schemeClr val="tx1"/>
                </a:solidFill>
                <a:latin typeface="Courier New"/>
                <a:cs typeface="Courier New"/>
              </a:rPr>
              <a:t>x	x	x	x	x	x	x	x	x	x	x	x</a:t>
            </a:r>
          </a:p>
          <a:p>
            <a:pPr algn="ctr">
              <a:lnSpc>
                <a:spcPct val="150000"/>
              </a:lnSpc>
              <a:spcBef>
                <a:spcPts val="100"/>
              </a:spcBef>
            </a:pPr>
            <a:r>
              <a:rPr lang="es-ES" sz="1400" dirty="0">
                <a:solidFill>
                  <a:schemeClr val="tx1"/>
                </a:solidFill>
                <a:latin typeface="Courier New"/>
                <a:cs typeface="Courier New"/>
              </a:rPr>
              <a:t>x	x	x	x	x	x	x	x	x	x	x	x</a:t>
            </a:r>
          </a:p>
        </p:txBody>
      </p:sp>
      <p:sp>
        <p:nvSpPr>
          <p:cNvPr id="32" name="18 Rectángulo">
            <a:extLst>
              <a:ext uri="{FF2B5EF4-FFF2-40B4-BE49-F238E27FC236}">
                <a16:creationId xmlns:a16="http://schemas.microsoft.com/office/drawing/2014/main" id="{4A0D874D-C89D-371A-26D7-9C8B50D1A0C1}"/>
              </a:ext>
            </a:extLst>
          </p:cNvPr>
          <p:cNvSpPr/>
          <p:nvPr/>
        </p:nvSpPr>
        <p:spPr>
          <a:xfrm>
            <a:off x="6704103" y="1394034"/>
            <a:ext cx="899650" cy="495545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  <a:spcBef>
                <a:spcPts val="100"/>
              </a:spcBef>
            </a:pPr>
            <a:r>
              <a:rPr lang="es-ES" sz="1400" dirty="0">
                <a:solidFill>
                  <a:schemeClr val="tx1"/>
                </a:solidFill>
                <a:latin typeface="Courier New"/>
                <a:cs typeface="Courier New"/>
              </a:rPr>
              <a:t>x	</a:t>
            </a:r>
          </a:p>
          <a:p>
            <a:pPr algn="ctr">
              <a:lnSpc>
                <a:spcPct val="150000"/>
              </a:lnSpc>
              <a:spcBef>
                <a:spcPts val="100"/>
              </a:spcBef>
            </a:pPr>
            <a:r>
              <a:rPr lang="es-ES" sz="1400" dirty="0">
                <a:solidFill>
                  <a:schemeClr val="tx1"/>
                </a:solidFill>
                <a:latin typeface="Courier New"/>
                <a:cs typeface="Courier New"/>
              </a:rPr>
              <a:t>x	</a:t>
            </a:r>
          </a:p>
          <a:p>
            <a:pPr algn="ctr">
              <a:lnSpc>
                <a:spcPct val="150000"/>
              </a:lnSpc>
              <a:spcBef>
                <a:spcPts val="100"/>
              </a:spcBef>
            </a:pPr>
            <a:r>
              <a:rPr lang="es-ES" sz="1400" dirty="0">
                <a:solidFill>
                  <a:schemeClr val="tx1"/>
                </a:solidFill>
                <a:latin typeface="Courier New"/>
                <a:cs typeface="Courier New"/>
              </a:rPr>
              <a:t>x	</a:t>
            </a:r>
          </a:p>
          <a:p>
            <a:pPr algn="ctr">
              <a:lnSpc>
                <a:spcPct val="150000"/>
              </a:lnSpc>
              <a:spcBef>
                <a:spcPts val="100"/>
              </a:spcBef>
            </a:pPr>
            <a:r>
              <a:rPr lang="es-ES" sz="1400" dirty="0">
                <a:solidFill>
                  <a:schemeClr val="tx1"/>
                </a:solidFill>
                <a:latin typeface="Courier New"/>
                <a:cs typeface="Courier New"/>
              </a:rPr>
              <a:t>x	</a:t>
            </a:r>
          </a:p>
          <a:p>
            <a:pPr algn="ctr">
              <a:lnSpc>
                <a:spcPct val="150000"/>
              </a:lnSpc>
              <a:spcBef>
                <a:spcPts val="100"/>
              </a:spcBef>
            </a:pPr>
            <a:r>
              <a:rPr lang="es-ES" sz="1400" dirty="0">
                <a:solidFill>
                  <a:schemeClr val="tx1"/>
                </a:solidFill>
                <a:latin typeface="Courier New"/>
                <a:cs typeface="Courier New"/>
              </a:rPr>
              <a:t>x	</a:t>
            </a:r>
          </a:p>
          <a:p>
            <a:pPr algn="ctr">
              <a:lnSpc>
                <a:spcPct val="150000"/>
              </a:lnSpc>
              <a:spcBef>
                <a:spcPts val="100"/>
              </a:spcBef>
            </a:pPr>
            <a:r>
              <a:rPr lang="es-ES" sz="1400" dirty="0">
                <a:solidFill>
                  <a:schemeClr val="tx1"/>
                </a:solidFill>
                <a:latin typeface="Courier New"/>
                <a:cs typeface="Courier New"/>
              </a:rPr>
              <a:t>x	</a:t>
            </a:r>
          </a:p>
          <a:p>
            <a:pPr algn="ctr">
              <a:lnSpc>
                <a:spcPct val="150000"/>
              </a:lnSpc>
              <a:spcBef>
                <a:spcPts val="100"/>
              </a:spcBef>
            </a:pPr>
            <a:r>
              <a:rPr lang="es-ES" sz="1400" dirty="0">
                <a:solidFill>
                  <a:schemeClr val="tx1"/>
                </a:solidFill>
                <a:latin typeface="Courier New"/>
                <a:cs typeface="Courier New"/>
              </a:rPr>
              <a:t>x	</a:t>
            </a:r>
          </a:p>
          <a:p>
            <a:pPr algn="ctr">
              <a:lnSpc>
                <a:spcPct val="150000"/>
              </a:lnSpc>
              <a:spcBef>
                <a:spcPts val="100"/>
              </a:spcBef>
            </a:pPr>
            <a:r>
              <a:rPr lang="es-ES" sz="1400" dirty="0">
                <a:solidFill>
                  <a:schemeClr val="tx1"/>
                </a:solidFill>
                <a:latin typeface="Courier New"/>
                <a:cs typeface="Courier New"/>
              </a:rPr>
              <a:t>x	</a:t>
            </a:r>
          </a:p>
          <a:p>
            <a:pPr algn="ctr">
              <a:lnSpc>
                <a:spcPct val="150000"/>
              </a:lnSpc>
              <a:spcBef>
                <a:spcPts val="100"/>
              </a:spcBef>
            </a:pPr>
            <a:r>
              <a:rPr lang="es-ES" sz="1400" dirty="0">
                <a:solidFill>
                  <a:schemeClr val="tx1"/>
                </a:solidFill>
                <a:latin typeface="Courier New"/>
                <a:cs typeface="Courier New"/>
              </a:rPr>
              <a:t>x	</a:t>
            </a:r>
          </a:p>
          <a:p>
            <a:pPr algn="ctr">
              <a:lnSpc>
                <a:spcPct val="150000"/>
              </a:lnSpc>
              <a:spcBef>
                <a:spcPts val="100"/>
              </a:spcBef>
            </a:pPr>
            <a:r>
              <a:rPr lang="es-ES" sz="1400" dirty="0">
                <a:solidFill>
                  <a:schemeClr val="tx1"/>
                </a:solidFill>
                <a:latin typeface="Courier New"/>
                <a:cs typeface="Courier New"/>
              </a:rPr>
              <a:t>x	</a:t>
            </a:r>
          </a:p>
          <a:p>
            <a:pPr algn="ctr">
              <a:lnSpc>
                <a:spcPct val="150000"/>
              </a:lnSpc>
              <a:spcBef>
                <a:spcPts val="100"/>
              </a:spcBef>
            </a:pPr>
            <a:r>
              <a:rPr lang="es-ES" sz="1400" dirty="0">
                <a:solidFill>
                  <a:schemeClr val="tx1"/>
                </a:solidFill>
                <a:latin typeface="Courier New"/>
                <a:cs typeface="Courier New"/>
              </a:rPr>
              <a:t>x	</a:t>
            </a:r>
          </a:p>
          <a:p>
            <a:pPr algn="ctr">
              <a:lnSpc>
                <a:spcPct val="150000"/>
              </a:lnSpc>
              <a:spcBef>
                <a:spcPts val="100"/>
              </a:spcBef>
            </a:pPr>
            <a:r>
              <a:rPr lang="es-ES" sz="1400" dirty="0">
                <a:solidFill>
                  <a:schemeClr val="tx1"/>
                </a:solidFill>
                <a:latin typeface="Courier New"/>
                <a:cs typeface="Courier New"/>
              </a:rPr>
              <a:t>x	</a:t>
            </a:r>
          </a:p>
          <a:p>
            <a:pPr algn="ctr">
              <a:lnSpc>
                <a:spcPct val="150000"/>
              </a:lnSpc>
              <a:spcBef>
                <a:spcPts val="100"/>
              </a:spcBef>
            </a:pPr>
            <a:r>
              <a:rPr lang="es-ES" sz="1400" dirty="0">
                <a:solidFill>
                  <a:schemeClr val="bg1">
                    <a:lumMod val="75000"/>
                  </a:schemeClr>
                </a:solidFill>
              </a:rPr>
              <a:t>	</a:t>
            </a:r>
          </a:p>
          <a:p>
            <a:pPr algn="ctr">
              <a:lnSpc>
                <a:spcPct val="150000"/>
              </a:lnSpc>
              <a:spcBef>
                <a:spcPts val="100"/>
              </a:spcBef>
            </a:pPr>
            <a:endParaRPr lang="es-ES" dirty="0"/>
          </a:p>
        </p:txBody>
      </p:sp>
      <p:sp>
        <p:nvSpPr>
          <p:cNvPr id="39" name="18 Rectángulo">
            <a:extLst>
              <a:ext uri="{FF2B5EF4-FFF2-40B4-BE49-F238E27FC236}">
                <a16:creationId xmlns:a16="http://schemas.microsoft.com/office/drawing/2014/main" id="{C7B6C3EF-745B-C2AD-F3ED-04F5F8EFAE38}"/>
              </a:ext>
            </a:extLst>
          </p:cNvPr>
          <p:cNvSpPr/>
          <p:nvPr/>
        </p:nvSpPr>
        <p:spPr>
          <a:xfrm>
            <a:off x="7761993" y="1394034"/>
            <a:ext cx="899650" cy="495545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  <a:spcBef>
                <a:spcPts val="100"/>
              </a:spcBef>
            </a:pPr>
            <a:r>
              <a:rPr lang="es-ES" sz="1400" dirty="0">
                <a:solidFill>
                  <a:schemeClr val="tx1"/>
                </a:solidFill>
                <a:latin typeface="Courier New"/>
                <a:cs typeface="Courier New"/>
              </a:rPr>
              <a:t>x	</a:t>
            </a:r>
          </a:p>
          <a:p>
            <a:pPr algn="ctr">
              <a:lnSpc>
                <a:spcPct val="150000"/>
              </a:lnSpc>
              <a:spcBef>
                <a:spcPts val="100"/>
              </a:spcBef>
            </a:pPr>
            <a:r>
              <a:rPr lang="es-ES" sz="1400" dirty="0">
                <a:solidFill>
                  <a:schemeClr val="tx1"/>
                </a:solidFill>
                <a:latin typeface="Courier New"/>
                <a:cs typeface="Courier New"/>
              </a:rPr>
              <a:t>x	</a:t>
            </a:r>
          </a:p>
          <a:p>
            <a:pPr algn="ctr">
              <a:lnSpc>
                <a:spcPct val="150000"/>
              </a:lnSpc>
              <a:spcBef>
                <a:spcPts val="100"/>
              </a:spcBef>
            </a:pPr>
            <a:r>
              <a:rPr lang="es-ES" sz="1400" dirty="0">
                <a:solidFill>
                  <a:schemeClr val="tx1"/>
                </a:solidFill>
                <a:latin typeface="Courier New"/>
                <a:cs typeface="Courier New"/>
              </a:rPr>
              <a:t>x	</a:t>
            </a:r>
          </a:p>
          <a:p>
            <a:pPr algn="ctr">
              <a:lnSpc>
                <a:spcPct val="150000"/>
              </a:lnSpc>
              <a:spcBef>
                <a:spcPts val="100"/>
              </a:spcBef>
            </a:pPr>
            <a:r>
              <a:rPr lang="es-ES" sz="1400" dirty="0">
                <a:solidFill>
                  <a:schemeClr val="tx1"/>
                </a:solidFill>
                <a:latin typeface="Courier New"/>
                <a:cs typeface="Courier New"/>
              </a:rPr>
              <a:t>x	</a:t>
            </a:r>
          </a:p>
          <a:p>
            <a:pPr algn="ctr">
              <a:lnSpc>
                <a:spcPct val="150000"/>
              </a:lnSpc>
              <a:spcBef>
                <a:spcPts val="100"/>
              </a:spcBef>
            </a:pPr>
            <a:r>
              <a:rPr lang="es-ES" sz="1400" dirty="0">
                <a:solidFill>
                  <a:schemeClr val="tx1"/>
                </a:solidFill>
                <a:latin typeface="Courier New"/>
                <a:cs typeface="Courier New"/>
              </a:rPr>
              <a:t>x	</a:t>
            </a:r>
          </a:p>
          <a:p>
            <a:pPr algn="ctr">
              <a:lnSpc>
                <a:spcPct val="150000"/>
              </a:lnSpc>
              <a:spcBef>
                <a:spcPts val="100"/>
              </a:spcBef>
            </a:pPr>
            <a:r>
              <a:rPr lang="es-ES" sz="1400" dirty="0">
                <a:solidFill>
                  <a:schemeClr val="tx1"/>
                </a:solidFill>
                <a:latin typeface="Courier New"/>
                <a:cs typeface="Courier New"/>
              </a:rPr>
              <a:t>x	</a:t>
            </a:r>
          </a:p>
          <a:p>
            <a:pPr algn="ctr">
              <a:lnSpc>
                <a:spcPct val="150000"/>
              </a:lnSpc>
              <a:spcBef>
                <a:spcPts val="100"/>
              </a:spcBef>
            </a:pPr>
            <a:r>
              <a:rPr lang="es-ES" sz="1400" dirty="0">
                <a:solidFill>
                  <a:schemeClr val="tx1"/>
                </a:solidFill>
                <a:latin typeface="Courier New"/>
                <a:cs typeface="Courier New"/>
              </a:rPr>
              <a:t>x	</a:t>
            </a:r>
          </a:p>
          <a:p>
            <a:pPr algn="ctr">
              <a:lnSpc>
                <a:spcPct val="150000"/>
              </a:lnSpc>
              <a:spcBef>
                <a:spcPts val="100"/>
              </a:spcBef>
            </a:pPr>
            <a:r>
              <a:rPr lang="es-ES" sz="1400" dirty="0">
                <a:solidFill>
                  <a:schemeClr val="tx1"/>
                </a:solidFill>
                <a:latin typeface="Courier New"/>
                <a:cs typeface="Courier New"/>
              </a:rPr>
              <a:t>x	</a:t>
            </a:r>
          </a:p>
          <a:p>
            <a:pPr algn="ctr">
              <a:lnSpc>
                <a:spcPct val="150000"/>
              </a:lnSpc>
              <a:spcBef>
                <a:spcPts val="100"/>
              </a:spcBef>
            </a:pPr>
            <a:r>
              <a:rPr lang="es-ES" sz="1400" dirty="0">
                <a:solidFill>
                  <a:schemeClr val="tx1"/>
                </a:solidFill>
                <a:latin typeface="Courier New"/>
                <a:cs typeface="Courier New"/>
              </a:rPr>
              <a:t>x	</a:t>
            </a:r>
          </a:p>
          <a:p>
            <a:pPr algn="ctr">
              <a:lnSpc>
                <a:spcPct val="150000"/>
              </a:lnSpc>
              <a:spcBef>
                <a:spcPts val="100"/>
              </a:spcBef>
            </a:pPr>
            <a:r>
              <a:rPr lang="es-ES" sz="1400" dirty="0">
                <a:solidFill>
                  <a:schemeClr val="tx1"/>
                </a:solidFill>
                <a:latin typeface="Courier New"/>
                <a:cs typeface="Courier New"/>
              </a:rPr>
              <a:t>x	</a:t>
            </a:r>
          </a:p>
          <a:p>
            <a:pPr algn="ctr">
              <a:lnSpc>
                <a:spcPct val="150000"/>
              </a:lnSpc>
              <a:spcBef>
                <a:spcPts val="100"/>
              </a:spcBef>
            </a:pPr>
            <a:r>
              <a:rPr lang="es-ES" sz="1400" dirty="0">
                <a:solidFill>
                  <a:schemeClr val="tx1"/>
                </a:solidFill>
                <a:latin typeface="Courier New"/>
                <a:cs typeface="Courier New"/>
              </a:rPr>
              <a:t>x	</a:t>
            </a:r>
          </a:p>
          <a:p>
            <a:pPr algn="ctr">
              <a:lnSpc>
                <a:spcPct val="150000"/>
              </a:lnSpc>
              <a:spcBef>
                <a:spcPts val="100"/>
              </a:spcBef>
            </a:pPr>
            <a:r>
              <a:rPr lang="es-ES" sz="1400" dirty="0">
                <a:solidFill>
                  <a:schemeClr val="tx1"/>
                </a:solidFill>
                <a:latin typeface="Courier New"/>
                <a:cs typeface="Courier New"/>
              </a:rPr>
              <a:t>x	</a:t>
            </a:r>
          </a:p>
          <a:p>
            <a:pPr algn="ctr">
              <a:lnSpc>
                <a:spcPct val="150000"/>
              </a:lnSpc>
              <a:spcBef>
                <a:spcPts val="100"/>
              </a:spcBef>
            </a:pPr>
            <a:r>
              <a:rPr lang="es-ES" sz="1400" dirty="0">
                <a:solidFill>
                  <a:schemeClr val="tx1"/>
                </a:solidFill>
                <a:latin typeface="Courier New"/>
                <a:cs typeface="Courier New"/>
              </a:rPr>
              <a:t>x</a:t>
            </a:r>
            <a:r>
              <a:rPr lang="es-ES" sz="1400" dirty="0">
                <a:solidFill>
                  <a:schemeClr val="bg1">
                    <a:lumMod val="75000"/>
                  </a:schemeClr>
                </a:solidFill>
              </a:rPr>
              <a:t>	</a:t>
            </a:r>
          </a:p>
          <a:p>
            <a:pPr algn="ctr">
              <a:lnSpc>
                <a:spcPct val="150000"/>
              </a:lnSpc>
              <a:spcBef>
                <a:spcPts val="100"/>
              </a:spcBef>
            </a:pPr>
            <a:endParaRPr lang="es-ES" dirty="0"/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2E7D34FF-AD7D-5CFC-071D-D4F5F684B177}"/>
              </a:ext>
            </a:extLst>
          </p:cNvPr>
          <p:cNvSpPr txBox="1"/>
          <p:nvPr/>
        </p:nvSpPr>
        <p:spPr>
          <a:xfrm>
            <a:off x="2948609" y="1068876"/>
            <a:ext cx="55020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>
                <a:latin typeface="Century"/>
                <a:cs typeface="Century"/>
              </a:rPr>
              <a:t>A                                *                           v       =      c</a:t>
            </a:r>
          </a:p>
        </p:txBody>
      </p:sp>
      <p:sp>
        <p:nvSpPr>
          <p:cNvPr id="19" name="18 Rectángulo">
            <a:extLst>
              <a:ext uri="{FF2B5EF4-FFF2-40B4-BE49-F238E27FC236}">
                <a16:creationId xmlns:a16="http://schemas.microsoft.com/office/drawing/2014/main" id="{3A85FEA7-F547-EBE9-E3F9-8650FBC0256A}"/>
              </a:ext>
            </a:extLst>
          </p:cNvPr>
          <p:cNvSpPr/>
          <p:nvPr/>
        </p:nvSpPr>
        <p:spPr>
          <a:xfrm>
            <a:off x="-13772" y="2801938"/>
            <a:ext cx="899650" cy="184897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  <a:spcBef>
                <a:spcPts val="100"/>
              </a:spcBef>
            </a:pPr>
            <a:r>
              <a:rPr lang="es-ES" sz="1400" dirty="0">
                <a:solidFill>
                  <a:schemeClr val="tx1"/>
                </a:solidFill>
                <a:latin typeface="Courier New"/>
                <a:cs typeface="Courier New"/>
              </a:rPr>
              <a:t>0	</a:t>
            </a:r>
          </a:p>
          <a:p>
            <a:pPr algn="ctr">
              <a:lnSpc>
                <a:spcPct val="150000"/>
              </a:lnSpc>
              <a:spcBef>
                <a:spcPts val="100"/>
              </a:spcBef>
            </a:pPr>
            <a:r>
              <a:rPr lang="es-ES" sz="1400" dirty="0">
                <a:solidFill>
                  <a:schemeClr val="tx1"/>
                </a:solidFill>
                <a:latin typeface="Courier New"/>
                <a:cs typeface="Courier New"/>
              </a:rPr>
              <a:t>1	</a:t>
            </a:r>
          </a:p>
          <a:p>
            <a:pPr algn="ctr">
              <a:lnSpc>
                <a:spcPct val="150000"/>
              </a:lnSpc>
              <a:spcBef>
                <a:spcPts val="100"/>
              </a:spcBef>
            </a:pPr>
            <a:r>
              <a:rPr lang="es-ES" sz="1400" dirty="0">
                <a:solidFill>
                  <a:schemeClr val="tx1"/>
                </a:solidFill>
                <a:latin typeface="Courier New"/>
                <a:cs typeface="Courier New"/>
              </a:rPr>
              <a:t>2	</a:t>
            </a:r>
          </a:p>
          <a:p>
            <a:pPr algn="ctr">
              <a:lnSpc>
                <a:spcPct val="150000"/>
              </a:lnSpc>
              <a:spcBef>
                <a:spcPts val="100"/>
              </a:spcBef>
            </a:pPr>
            <a:r>
              <a:rPr lang="es-ES" sz="1400" dirty="0">
                <a:solidFill>
                  <a:schemeClr val="tx1"/>
                </a:solidFill>
                <a:latin typeface="Courier New"/>
                <a:cs typeface="Courier New"/>
              </a:rPr>
              <a:t>3	</a:t>
            </a:r>
          </a:p>
          <a:p>
            <a:pPr algn="ctr">
              <a:lnSpc>
                <a:spcPct val="150000"/>
              </a:lnSpc>
              <a:spcBef>
                <a:spcPts val="100"/>
              </a:spcBef>
            </a:pPr>
            <a:r>
              <a:rPr lang="es-ES" sz="1400" dirty="0">
                <a:solidFill>
                  <a:schemeClr val="tx1"/>
                </a:solidFill>
                <a:latin typeface="Courier New"/>
                <a:cs typeface="Courier New"/>
              </a:rPr>
              <a:t>4	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66201E39-3E3F-45DC-545F-E3A6A99FD920}"/>
              </a:ext>
            </a:extLst>
          </p:cNvPr>
          <p:cNvSpPr txBox="1"/>
          <p:nvPr/>
        </p:nvSpPr>
        <p:spPr>
          <a:xfrm>
            <a:off x="579438" y="1547355"/>
            <a:ext cx="2138125" cy="89901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 anchor="t" anchorCtr="0">
            <a:noAutofit/>
          </a:bodyPr>
          <a:lstStyle/>
          <a:p>
            <a:pPr algn="ctr"/>
            <a:r>
              <a:rPr lang="en-GB" sz="140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entury"/>
                <a:cs typeface="Century"/>
              </a:rPr>
              <a:t>Shared Memory</a:t>
            </a:r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AE75F61A-0E4F-F69C-893B-87D1979C7642}"/>
              </a:ext>
            </a:extLst>
          </p:cNvPr>
          <p:cNvGraphicFramePr>
            <a:graphicFrameLocks noGrp="1"/>
          </p:cNvGraphicFramePr>
          <p:nvPr/>
        </p:nvGraphicFramePr>
        <p:xfrm>
          <a:off x="755807" y="1876126"/>
          <a:ext cx="1723292" cy="37084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scrgbClr r="0" g="0" b="0">
                      <a:alpha val="43000"/>
                    </a:scrgbClr>
                  </a:outerShdw>
                </a:effectLst>
                <a:tableStyleId>{5C22544A-7EE6-4342-B048-85BDC9FD1C3A}</a:tableStyleId>
              </a:tblPr>
              <a:tblGrid>
                <a:gridCol w="4308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82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082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0823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8" name="6 Rectángulo">
            <a:extLst>
              <a:ext uri="{FF2B5EF4-FFF2-40B4-BE49-F238E27FC236}">
                <a16:creationId xmlns:a16="http://schemas.microsoft.com/office/drawing/2014/main" id="{3C5906FF-67BE-D4BB-C807-BF57ACFBA9BB}"/>
              </a:ext>
            </a:extLst>
          </p:cNvPr>
          <p:cNvSpPr/>
          <p:nvPr/>
        </p:nvSpPr>
        <p:spPr>
          <a:xfrm>
            <a:off x="6799892" y="4167728"/>
            <a:ext cx="327232" cy="1350613"/>
          </a:xfrm>
          <a:prstGeom prst="rect">
            <a:avLst/>
          </a:prstGeom>
          <a:noFill/>
          <a:ln>
            <a:solidFill>
              <a:schemeClr val="accent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grpSp>
        <p:nvGrpSpPr>
          <p:cNvPr id="11" name="Agrupar 10">
            <a:extLst>
              <a:ext uri="{FF2B5EF4-FFF2-40B4-BE49-F238E27FC236}">
                <a16:creationId xmlns:a16="http://schemas.microsoft.com/office/drawing/2014/main" id="{D6396E7A-875A-4B72-53F9-619BB27DD186}"/>
              </a:ext>
            </a:extLst>
          </p:cNvPr>
          <p:cNvGrpSpPr/>
          <p:nvPr/>
        </p:nvGrpSpPr>
        <p:grpSpPr>
          <a:xfrm>
            <a:off x="482357" y="1642610"/>
            <a:ext cx="6317535" cy="2525118"/>
            <a:chOff x="436053" y="1742524"/>
            <a:chExt cx="14592922" cy="2525118"/>
          </a:xfrm>
        </p:grpSpPr>
        <p:grpSp>
          <p:nvGrpSpPr>
            <p:cNvPr id="12" name="Agrupar 2">
              <a:extLst>
                <a:ext uri="{FF2B5EF4-FFF2-40B4-BE49-F238E27FC236}">
                  <a16:creationId xmlns:a16="http://schemas.microsoft.com/office/drawing/2014/main" id="{EB7CEE8A-5EF5-4510-EAB7-D4706654B61F}"/>
                </a:ext>
              </a:extLst>
            </p:cNvPr>
            <p:cNvGrpSpPr/>
            <p:nvPr/>
          </p:nvGrpSpPr>
          <p:grpSpPr>
            <a:xfrm>
              <a:off x="436053" y="1742524"/>
              <a:ext cx="6057302" cy="721992"/>
              <a:chOff x="436053" y="1742524"/>
              <a:chExt cx="6057302" cy="721992"/>
            </a:xfrm>
          </p:grpSpPr>
          <p:sp>
            <p:nvSpPr>
              <p:cNvPr id="14" name="5 Rectángulo">
                <a:extLst>
                  <a:ext uri="{FF2B5EF4-FFF2-40B4-BE49-F238E27FC236}">
                    <a16:creationId xmlns:a16="http://schemas.microsoft.com/office/drawing/2014/main" id="{EEAB2EDF-775F-322D-52C9-7454E6937FF6}"/>
                  </a:ext>
                </a:extLst>
              </p:cNvPr>
              <p:cNvSpPr/>
              <p:nvPr/>
            </p:nvSpPr>
            <p:spPr>
              <a:xfrm>
                <a:off x="436053" y="1742524"/>
                <a:ext cx="6057302" cy="72199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50000"/>
                  </a:lnSpc>
                </a:pPr>
                <a:r>
                  <a:rPr lang="es-ES" sz="1400" dirty="0">
                    <a:solidFill>
                      <a:schemeClr val="tx1"/>
                    </a:solidFill>
                    <a:latin typeface="Courier New"/>
                    <a:cs typeface="Courier New"/>
                  </a:rPr>
                  <a:t>x	x	x	x	</a:t>
                </a:r>
              </a:p>
            </p:txBody>
          </p:sp>
          <p:sp>
            <p:nvSpPr>
              <p:cNvPr id="15" name="6 Rectángulo">
                <a:extLst>
                  <a:ext uri="{FF2B5EF4-FFF2-40B4-BE49-F238E27FC236}">
                    <a16:creationId xmlns:a16="http://schemas.microsoft.com/office/drawing/2014/main" id="{2978D3B3-BB2D-EC67-31B7-C574D42A6997}"/>
                  </a:ext>
                </a:extLst>
              </p:cNvPr>
              <p:cNvSpPr/>
              <p:nvPr/>
            </p:nvSpPr>
            <p:spPr>
              <a:xfrm>
                <a:off x="1143236" y="2000249"/>
                <a:ext cx="4087522" cy="370841"/>
              </a:xfrm>
              <a:prstGeom prst="rect">
                <a:avLst/>
              </a:prstGeom>
              <a:noFill/>
              <a:ln>
                <a:solidFill>
                  <a:schemeClr val="accent3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</p:grpSp>
        <p:cxnSp>
          <p:nvCxnSpPr>
            <p:cNvPr id="13" name="Conector recto de flecha 12">
              <a:extLst>
                <a:ext uri="{FF2B5EF4-FFF2-40B4-BE49-F238E27FC236}">
                  <a16:creationId xmlns:a16="http://schemas.microsoft.com/office/drawing/2014/main" id="{3093EA57-68AE-71E9-BB4F-86C08F418F9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477313" y="2185669"/>
              <a:ext cx="9551662" cy="2081973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5264B457-0A28-A80A-938B-D0E6CFE516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0CD1F-DF31-2B47-B9C0-AAD6CC852762}" type="slidenum">
              <a:rPr lang="es-ES" smtClean="0"/>
              <a:t>9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4576244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28" grpId="1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5481537" cy="1143000"/>
          </a:xfrm>
        </p:spPr>
        <p:txBody>
          <a:bodyPr/>
          <a:lstStyle/>
          <a:p>
            <a:r>
              <a:rPr lang="es-ES" dirty="0" err="1"/>
              <a:t>Matrix</a:t>
            </a:r>
            <a:r>
              <a:rPr lang="es-ES" dirty="0"/>
              <a:t> </a:t>
            </a:r>
            <a:r>
              <a:rPr lang="es-ES" dirty="0" err="1"/>
              <a:t>Norm</a:t>
            </a:r>
            <a:r>
              <a:rPr lang="es-ES" dirty="0"/>
              <a:t>: </a:t>
            </a:r>
            <a:endParaRPr lang="en-GB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0CD1F-DF31-2B47-B9C0-AAD6CC852762}" type="slidenum">
              <a:rPr lang="es-ES" smtClean="0"/>
              <a:t>10</a:t>
            </a:fld>
            <a:endParaRPr lang="es-ES" dirty="0"/>
          </a:p>
        </p:txBody>
      </p:sp>
      <p:graphicFrame>
        <p:nvGraphicFramePr>
          <p:cNvPr id="7" name="Objeto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88229141"/>
              </p:ext>
            </p:extLst>
          </p:nvPr>
        </p:nvGraphicFramePr>
        <p:xfrm>
          <a:off x="5052016" y="424826"/>
          <a:ext cx="2117330" cy="9435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2" imgW="1168400" imgH="520700" progId="Equation.3">
                  <p:embed/>
                </p:oleObj>
              </mc:Choice>
              <mc:Fallback>
                <p:oleObj name="Ecuación" r:id="rId2" imgW="1168400" imgH="5207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052016" y="424826"/>
                        <a:ext cx="2117330" cy="94359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5 Rectángulo"/>
          <p:cNvSpPr/>
          <p:nvPr/>
        </p:nvSpPr>
        <p:spPr>
          <a:xfrm>
            <a:off x="1316891" y="1425323"/>
            <a:ext cx="6057302" cy="47561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s-ES" sz="1400" dirty="0">
                <a:solidFill>
                  <a:schemeClr val="tx1"/>
                </a:solidFill>
              </a:rPr>
              <a:t>x	</a:t>
            </a:r>
            <a:r>
              <a:rPr lang="es-ES" sz="1400" dirty="0" err="1">
                <a:solidFill>
                  <a:schemeClr val="tx1"/>
                </a:solidFill>
              </a:rPr>
              <a:t>x</a:t>
            </a:r>
            <a:r>
              <a:rPr lang="es-ES" sz="1400" dirty="0">
                <a:solidFill>
                  <a:schemeClr val="tx1"/>
                </a:solidFill>
              </a:rPr>
              <a:t>	</a:t>
            </a:r>
            <a:r>
              <a:rPr lang="es-ES" sz="1400" dirty="0" err="1">
                <a:solidFill>
                  <a:schemeClr val="tx1"/>
                </a:solidFill>
              </a:rPr>
              <a:t>x</a:t>
            </a:r>
            <a:r>
              <a:rPr lang="es-ES" sz="1400" dirty="0">
                <a:solidFill>
                  <a:schemeClr val="tx1"/>
                </a:solidFill>
              </a:rPr>
              <a:t>	</a:t>
            </a:r>
            <a:r>
              <a:rPr lang="es-ES" sz="1400" dirty="0" err="1">
                <a:solidFill>
                  <a:schemeClr val="tx1"/>
                </a:solidFill>
              </a:rPr>
              <a:t>x</a:t>
            </a:r>
            <a:r>
              <a:rPr lang="es-ES" sz="1400" dirty="0">
                <a:solidFill>
                  <a:schemeClr val="tx1"/>
                </a:solidFill>
              </a:rPr>
              <a:t>	</a:t>
            </a:r>
            <a:r>
              <a:rPr lang="es-ES" sz="1400" dirty="0" err="1">
                <a:solidFill>
                  <a:schemeClr val="tx1"/>
                </a:solidFill>
              </a:rPr>
              <a:t>x</a:t>
            </a:r>
            <a:r>
              <a:rPr lang="es-ES" sz="1400" dirty="0">
                <a:solidFill>
                  <a:schemeClr val="tx1"/>
                </a:solidFill>
              </a:rPr>
              <a:t>	</a:t>
            </a:r>
            <a:r>
              <a:rPr lang="es-ES" sz="1400" dirty="0" err="1">
                <a:solidFill>
                  <a:schemeClr val="tx1"/>
                </a:solidFill>
              </a:rPr>
              <a:t>x</a:t>
            </a:r>
            <a:r>
              <a:rPr lang="es-ES" sz="1400" dirty="0">
                <a:solidFill>
                  <a:schemeClr val="tx1"/>
                </a:solidFill>
              </a:rPr>
              <a:t>	</a:t>
            </a:r>
            <a:r>
              <a:rPr lang="es-ES" sz="1400" dirty="0" err="1">
                <a:solidFill>
                  <a:schemeClr val="tx1"/>
                </a:solidFill>
              </a:rPr>
              <a:t>x</a:t>
            </a:r>
            <a:r>
              <a:rPr lang="es-ES" sz="1400" dirty="0">
                <a:solidFill>
                  <a:schemeClr val="tx1"/>
                </a:solidFill>
              </a:rPr>
              <a:t>	</a:t>
            </a:r>
            <a:r>
              <a:rPr lang="es-ES" sz="1400" dirty="0" err="1">
                <a:solidFill>
                  <a:schemeClr val="tx1"/>
                </a:solidFill>
              </a:rPr>
              <a:t>x</a:t>
            </a:r>
            <a:r>
              <a:rPr lang="es-ES" sz="1400" dirty="0">
                <a:solidFill>
                  <a:schemeClr val="tx1"/>
                </a:solidFill>
              </a:rPr>
              <a:t>	</a:t>
            </a:r>
            <a:r>
              <a:rPr lang="es-ES" sz="1400" dirty="0" err="1">
                <a:solidFill>
                  <a:schemeClr val="tx1"/>
                </a:solidFill>
              </a:rPr>
              <a:t>x</a:t>
            </a:r>
            <a:r>
              <a:rPr lang="es-ES" sz="1400" dirty="0">
                <a:solidFill>
                  <a:schemeClr val="tx1"/>
                </a:solidFill>
              </a:rPr>
              <a:t>	</a:t>
            </a:r>
            <a:r>
              <a:rPr lang="es-ES" sz="1400" dirty="0" err="1">
                <a:solidFill>
                  <a:schemeClr val="tx1"/>
                </a:solidFill>
              </a:rPr>
              <a:t>x</a:t>
            </a:r>
            <a:r>
              <a:rPr lang="es-ES" sz="1400" dirty="0">
                <a:solidFill>
                  <a:schemeClr val="tx1"/>
                </a:solidFill>
              </a:rPr>
              <a:t>	</a:t>
            </a:r>
            <a:r>
              <a:rPr lang="es-ES" sz="1400" dirty="0" err="1">
                <a:solidFill>
                  <a:schemeClr val="tx1"/>
                </a:solidFill>
              </a:rPr>
              <a:t>x</a:t>
            </a:r>
            <a:r>
              <a:rPr lang="es-ES" sz="1400" dirty="0">
                <a:solidFill>
                  <a:schemeClr val="tx1"/>
                </a:solidFill>
              </a:rPr>
              <a:t>	</a:t>
            </a:r>
            <a:r>
              <a:rPr lang="es-ES" sz="1400" dirty="0" err="1">
                <a:solidFill>
                  <a:schemeClr val="tx1"/>
                </a:solidFill>
              </a:rPr>
              <a:t>x</a:t>
            </a:r>
            <a:r>
              <a:rPr lang="es-ES" sz="1400" dirty="0">
                <a:solidFill>
                  <a:schemeClr val="tx1"/>
                </a:solidFill>
              </a:rPr>
              <a:t>	</a:t>
            </a:r>
            <a:r>
              <a:rPr lang="es-ES" sz="1400" dirty="0" err="1">
                <a:solidFill>
                  <a:schemeClr val="tx1"/>
                </a:solidFill>
              </a:rPr>
              <a:t>x</a:t>
            </a:r>
            <a:endParaRPr lang="es-ES" sz="1400" dirty="0">
              <a:solidFill>
                <a:schemeClr val="tx1"/>
              </a:solidFill>
            </a:endParaRPr>
          </a:p>
          <a:p>
            <a:pPr algn="ctr">
              <a:lnSpc>
                <a:spcPct val="150000"/>
              </a:lnSpc>
              <a:spcBef>
                <a:spcPts val="100"/>
              </a:spcBef>
            </a:pPr>
            <a:r>
              <a:rPr lang="es-ES" sz="1400" dirty="0">
                <a:solidFill>
                  <a:schemeClr val="tx1"/>
                </a:solidFill>
              </a:rPr>
              <a:t>x	</a:t>
            </a:r>
            <a:r>
              <a:rPr lang="es-ES" sz="1400" dirty="0" err="1">
                <a:solidFill>
                  <a:schemeClr val="tx1"/>
                </a:solidFill>
              </a:rPr>
              <a:t>x</a:t>
            </a:r>
            <a:r>
              <a:rPr lang="es-ES" sz="1400" dirty="0">
                <a:solidFill>
                  <a:schemeClr val="tx1"/>
                </a:solidFill>
              </a:rPr>
              <a:t>	</a:t>
            </a:r>
            <a:r>
              <a:rPr lang="es-ES" sz="1400" dirty="0" err="1">
                <a:solidFill>
                  <a:schemeClr val="tx1"/>
                </a:solidFill>
              </a:rPr>
              <a:t>x</a:t>
            </a:r>
            <a:r>
              <a:rPr lang="es-ES" sz="1400" dirty="0">
                <a:solidFill>
                  <a:schemeClr val="tx1"/>
                </a:solidFill>
              </a:rPr>
              <a:t>	</a:t>
            </a:r>
            <a:r>
              <a:rPr lang="es-ES" sz="1400" dirty="0" err="1">
                <a:solidFill>
                  <a:schemeClr val="tx1"/>
                </a:solidFill>
              </a:rPr>
              <a:t>x</a:t>
            </a:r>
            <a:r>
              <a:rPr lang="es-ES" sz="1400" dirty="0">
                <a:solidFill>
                  <a:schemeClr val="tx1"/>
                </a:solidFill>
              </a:rPr>
              <a:t>	</a:t>
            </a:r>
            <a:r>
              <a:rPr lang="es-ES" sz="1400" dirty="0" err="1">
                <a:solidFill>
                  <a:schemeClr val="tx1"/>
                </a:solidFill>
              </a:rPr>
              <a:t>x</a:t>
            </a:r>
            <a:r>
              <a:rPr lang="es-ES" sz="1400" dirty="0">
                <a:solidFill>
                  <a:schemeClr val="tx1"/>
                </a:solidFill>
              </a:rPr>
              <a:t>	</a:t>
            </a:r>
            <a:r>
              <a:rPr lang="es-ES" sz="1400" dirty="0" err="1">
                <a:solidFill>
                  <a:schemeClr val="tx1"/>
                </a:solidFill>
              </a:rPr>
              <a:t>x</a:t>
            </a:r>
            <a:r>
              <a:rPr lang="es-ES" sz="1400" dirty="0">
                <a:solidFill>
                  <a:schemeClr val="tx1"/>
                </a:solidFill>
              </a:rPr>
              <a:t>	</a:t>
            </a:r>
            <a:r>
              <a:rPr lang="es-ES" sz="1400" dirty="0" err="1">
                <a:solidFill>
                  <a:schemeClr val="tx1"/>
                </a:solidFill>
              </a:rPr>
              <a:t>x</a:t>
            </a:r>
            <a:r>
              <a:rPr lang="es-ES" sz="1400" dirty="0">
                <a:solidFill>
                  <a:schemeClr val="tx1"/>
                </a:solidFill>
              </a:rPr>
              <a:t>	</a:t>
            </a:r>
            <a:r>
              <a:rPr lang="es-ES" sz="1400" dirty="0" err="1">
                <a:solidFill>
                  <a:schemeClr val="tx1"/>
                </a:solidFill>
              </a:rPr>
              <a:t>x</a:t>
            </a:r>
            <a:r>
              <a:rPr lang="es-ES" sz="1400" dirty="0">
                <a:solidFill>
                  <a:schemeClr val="tx1"/>
                </a:solidFill>
              </a:rPr>
              <a:t>	</a:t>
            </a:r>
            <a:r>
              <a:rPr lang="es-ES" sz="1400" dirty="0" err="1">
                <a:solidFill>
                  <a:schemeClr val="tx1"/>
                </a:solidFill>
              </a:rPr>
              <a:t>x</a:t>
            </a:r>
            <a:r>
              <a:rPr lang="es-ES" sz="1400" dirty="0">
                <a:solidFill>
                  <a:schemeClr val="tx1"/>
                </a:solidFill>
              </a:rPr>
              <a:t>	</a:t>
            </a:r>
            <a:r>
              <a:rPr lang="es-ES" sz="1400" dirty="0" err="1">
                <a:solidFill>
                  <a:schemeClr val="tx1"/>
                </a:solidFill>
              </a:rPr>
              <a:t>x</a:t>
            </a:r>
            <a:r>
              <a:rPr lang="es-ES" sz="1400" dirty="0">
                <a:solidFill>
                  <a:schemeClr val="tx1"/>
                </a:solidFill>
              </a:rPr>
              <a:t>	</a:t>
            </a:r>
            <a:r>
              <a:rPr lang="es-ES" sz="1400" dirty="0" err="1">
                <a:solidFill>
                  <a:schemeClr val="tx1"/>
                </a:solidFill>
              </a:rPr>
              <a:t>x</a:t>
            </a:r>
            <a:r>
              <a:rPr lang="es-ES" sz="1400" dirty="0">
                <a:solidFill>
                  <a:schemeClr val="tx1"/>
                </a:solidFill>
              </a:rPr>
              <a:t>	</a:t>
            </a:r>
            <a:r>
              <a:rPr lang="es-ES" sz="1400" dirty="0" err="1">
                <a:solidFill>
                  <a:schemeClr val="tx1"/>
                </a:solidFill>
              </a:rPr>
              <a:t>x</a:t>
            </a:r>
            <a:r>
              <a:rPr lang="es-ES" sz="1400" dirty="0">
                <a:solidFill>
                  <a:schemeClr val="tx1"/>
                </a:solidFill>
              </a:rPr>
              <a:t>	</a:t>
            </a:r>
            <a:r>
              <a:rPr lang="es-ES" sz="1400" dirty="0" err="1">
                <a:solidFill>
                  <a:schemeClr val="tx1"/>
                </a:solidFill>
              </a:rPr>
              <a:t>x</a:t>
            </a:r>
            <a:endParaRPr lang="es-ES" sz="1400" dirty="0">
              <a:solidFill>
                <a:schemeClr val="tx1"/>
              </a:solidFill>
            </a:endParaRPr>
          </a:p>
          <a:p>
            <a:pPr algn="ctr">
              <a:lnSpc>
                <a:spcPct val="150000"/>
              </a:lnSpc>
              <a:spcBef>
                <a:spcPts val="100"/>
              </a:spcBef>
            </a:pPr>
            <a:r>
              <a:rPr lang="es-ES" sz="1400" dirty="0">
                <a:solidFill>
                  <a:schemeClr val="tx1"/>
                </a:solidFill>
              </a:rPr>
              <a:t>x	</a:t>
            </a:r>
            <a:r>
              <a:rPr lang="es-ES" sz="1400" dirty="0" err="1">
                <a:solidFill>
                  <a:schemeClr val="tx1"/>
                </a:solidFill>
              </a:rPr>
              <a:t>x</a:t>
            </a:r>
            <a:r>
              <a:rPr lang="es-ES" sz="1400" dirty="0">
                <a:solidFill>
                  <a:schemeClr val="tx1"/>
                </a:solidFill>
              </a:rPr>
              <a:t>	</a:t>
            </a:r>
            <a:r>
              <a:rPr lang="es-ES" sz="1400" dirty="0" err="1">
                <a:solidFill>
                  <a:schemeClr val="tx1"/>
                </a:solidFill>
              </a:rPr>
              <a:t>x</a:t>
            </a:r>
            <a:r>
              <a:rPr lang="es-ES" sz="1400" dirty="0">
                <a:solidFill>
                  <a:schemeClr val="tx1"/>
                </a:solidFill>
              </a:rPr>
              <a:t>	</a:t>
            </a:r>
            <a:r>
              <a:rPr lang="es-ES" sz="1400" dirty="0" err="1">
                <a:solidFill>
                  <a:schemeClr val="tx1"/>
                </a:solidFill>
              </a:rPr>
              <a:t>x</a:t>
            </a:r>
            <a:r>
              <a:rPr lang="es-ES" sz="1400" dirty="0">
                <a:solidFill>
                  <a:schemeClr val="tx1"/>
                </a:solidFill>
              </a:rPr>
              <a:t>	</a:t>
            </a:r>
            <a:r>
              <a:rPr lang="es-ES" sz="1400" dirty="0" err="1">
                <a:solidFill>
                  <a:schemeClr val="tx1"/>
                </a:solidFill>
              </a:rPr>
              <a:t>x</a:t>
            </a:r>
            <a:r>
              <a:rPr lang="es-ES" sz="1400" dirty="0">
                <a:solidFill>
                  <a:schemeClr val="tx1"/>
                </a:solidFill>
              </a:rPr>
              <a:t>	</a:t>
            </a:r>
            <a:r>
              <a:rPr lang="es-ES" sz="1400" dirty="0" err="1">
                <a:solidFill>
                  <a:schemeClr val="tx1"/>
                </a:solidFill>
              </a:rPr>
              <a:t>x</a:t>
            </a:r>
            <a:r>
              <a:rPr lang="es-ES" sz="1400" dirty="0">
                <a:solidFill>
                  <a:schemeClr val="tx1"/>
                </a:solidFill>
              </a:rPr>
              <a:t>	</a:t>
            </a:r>
            <a:r>
              <a:rPr lang="es-ES" sz="1400" dirty="0" err="1">
                <a:solidFill>
                  <a:schemeClr val="tx1"/>
                </a:solidFill>
              </a:rPr>
              <a:t>x</a:t>
            </a:r>
            <a:r>
              <a:rPr lang="es-ES" sz="1400" dirty="0">
                <a:solidFill>
                  <a:schemeClr val="tx1"/>
                </a:solidFill>
              </a:rPr>
              <a:t>	</a:t>
            </a:r>
            <a:r>
              <a:rPr lang="es-ES" sz="1400" dirty="0" err="1">
                <a:solidFill>
                  <a:schemeClr val="tx1"/>
                </a:solidFill>
              </a:rPr>
              <a:t>x</a:t>
            </a:r>
            <a:r>
              <a:rPr lang="es-ES" sz="1400" dirty="0">
                <a:solidFill>
                  <a:schemeClr val="tx1"/>
                </a:solidFill>
              </a:rPr>
              <a:t>	</a:t>
            </a:r>
            <a:r>
              <a:rPr lang="es-ES" sz="1400" dirty="0" err="1">
                <a:solidFill>
                  <a:schemeClr val="tx1"/>
                </a:solidFill>
              </a:rPr>
              <a:t>x</a:t>
            </a:r>
            <a:r>
              <a:rPr lang="es-ES" sz="1400" dirty="0">
                <a:solidFill>
                  <a:schemeClr val="tx1"/>
                </a:solidFill>
              </a:rPr>
              <a:t>	</a:t>
            </a:r>
            <a:r>
              <a:rPr lang="es-ES" sz="1400" dirty="0" err="1">
                <a:solidFill>
                  <a:schemeClr val="tx1"/>
                </a:solidFill>
              </a:rPr>
              <a:t>x</a:t>
            </a:r>
            <a:r>
              <a:rPr lang="es-ES" sz="1400" dirty="0">
                <a:solidFill>
                  <a:schemeClr val="tx1"/>
                </a:solidFill>
              </a:rPr>
              <a:t>	</a:t>
            </a:r>
            <a:r>
              <a:rPr lang="es-ES" sz="1400" dirty="0" err="1">
                <a:solidFill>
                  <a:schemeClr val="tx1"/>
                </a:solidFill>
              </a:rPr>
              <a:t>x</a:t>
            </a:r>
            <a:r>
              <a:rPr lang="es-ES" sz="1400" dirty="0">
                <a:solidFill>
                  <a:schemeClr val="tx1"/>
                </a:solidFill>
              </a:rPr>
              <a:t>	</a:t>
            </a:r>
            <a:r>
              <a:rPr lang="es-ES" sz="1400" dirty="0" err="1">
                <a:solidFill>
                  <a:schemeClr val="tx1"/>
                </a:solidFill>
              </a:rPr>
              <a:t>x</a:t>
            </a:r>
            <a:r>
              <a:rPr lang="es-ES" sz="1400" dirty="0">
                <a:solidFill>
                  <a:schemeClr val="tx1"/>
                </a:solidFill>
              </a:rPr>
              <a:t>	</a:t>
            </a:r>
            <a:r>
              <a:rPr lang="es-ES" sz="1400" dirty="0" err="1">
                <a:solidFill>
                  <a:schemeClr val="tx1"/>
                </a:solidFill>
              </a:rPr>
              <a:t>x</a:t>
            </a:r>
            <a:endParaRPr lang="es-ES" sz="1400" dirty="0">
              <a:solidFill>
                <a:schemeClr val="tx1"/>
              </a:solidFill>
            </a:endParaRPr>
          </a:p>
          <a:p>
            <a:pPr algn="ctr">
              <a:lnSpc>
                <a:spcPct val="150000"/>
              </a:lnSpc>
              <a:spcBef>
                <a:spcPts val="100"/>
              </a:spcBef>
            </a:pPr>
            <a:r>
              <a:rPr lang="es-ES" sz="1400" dirty="0">
                <a:solidFill>
                  <a:schemeClr val="tx1"/>
                </a:solidFill>
              </a:rPr>
              <a:t>x	</a:t>
            </a:r>
            <a:r>
              <a:rPr lang="es-ES" sz="1400" dirty="0" err="1">
                <a:solidFill>
                  <a:schemeClr val="tx1"/>
                </a:solidFill>
              </a:rPr>
              <a:t>x</a:t>
            </a:r>
            <a:r>
              <a:rPr lang="es-ES" sz="1400" dirty="0">
                <a:solidFill>
                  <a:schemeClr val="tx1"/>
                </a:solidFill>
              </a:rPr>
              <a:t>	</a:t>
            </a:r>
            <a:r>
              <a:rPr lang="es-ES" sz="1400" dirty="0" err="1">
                <a:solidFill>
                  <a:schemeClr val="tx1"/>
                </a:solidFill>
              </a:rPr>
              <a:t>x</a:t>
            </a:r>
            <a:r>
              <a:rPr lang="es-ES" sz="1400" dirty="0">
                <a:solidFill>
                  <a:schemeClr val="tx1"/>
                </a:solidFill>
              </a:rPr>
              <a:t>	</a:t>
            </a:r>
            <a:r>
              <a:rPr lang="es-ES" sz="1400" dirty="0" err="1">
                <a:solidFill>
                  <a:schemeClr val="tx1"/>
                </a:solidFill>
              </a:rPr>
              <a:t>x</a:t>
            </a:r>
            <a:r>
              <a:rPr lang="es-ES" sz="1400" dirty="0">
                <a:solidFill>
                  <a:schemeClr val="tx1"/>
                </a:solidFill>
              </a:rPr>
              <a:t>	</a:t>
            </a:r>
            <a:r>
              <a:rPr lang="es-ES" sz="1400" dirty="0" err="1">
                <a:solidFill>
                  <a:schemeClr val="tx1"/>
                </a:solidFill>
              </a:rPr>
              <a:t>x</a:t>
            </a:r>
            <a:r>
              <a:rPr lang="es-ES" sz="1400" dirty="0">
                <a:solidFill>
                  <a:schemeClr val="tx1"/>
                </a:solidFill>
              </a:rPr>
              <a:t>	</a:t>
            </a:r>
            <a:r>
              <a:rPr lang="es-ES" sz="1400" dirty="0" err="1">
                <a:solidFill>
                  <a:schemeClr val="tx1"/>
                </a:solidFill>
              </a:rPr>
              <a:t>x</a:t>
            </a:r>
            <a:r>
              <a:rPr lang="es-ES" sz="1400" dirty="0">
                <a:solidFill>
                  <a:schemeClr val="tx1"/>
                </a:solidFill>
              </a:rPr>
              <a:t>	</a:t>
            </a:r>
            <a:r>
              <a:rPr lang="es-ES" sz="1400" dirty="0" err="1">
                <a:solidFill>
                  <a:schemeClr val="tx1"/>
                </a:solidFill>
              </a:rPr>
              <a:t>x</a:t>
            </a:r>
            <a:r>
              <a:rPr lang="es-ES" sz="1400" dirty="0">
                <a:solidFill>
                  <a:schemeClr val="tx1"/>
                </a:solidFill>
              </a:rPr>
              <a:t>	</a:t>
            </a:r>
            <a:r>
              <a:rPr lang="es-ES" sz="1400" dirty="0" err="1">
                <a:solidFill>
                  <a:schemeClr val="tx1"/>
                </a:solidFill>
              </a:rPr>
              <a:t>x</a:t>
            </a:r>
            <a:r>
              <a:rPr lang="es-ES" sz="1400" dirty="0">
                <a:solidFill>
                  <a:schemeClr val="tx1"/>
                </a:solidFill>
              </a:rPr>
              <a:t>	</a:t>
            </a:r>
            <a:r>
              <a:rPr lang="es-ES" sz="1400" dirty="0" err="1">
                <a:solidFill>
                  <a:schemeClr val="tx1"/>
                </a:solidFill>
              </a:rPr>
              <a:t>x</a:t>
            </a:r>
            <a:r>
              <a:rPr lang="es-ES" sz="1400" dirty="0">
                <a:solidFill>
                  <a:schemeClr val="tx1"/>
                </a:solidFill>
              </a:rPr>
              <a:t>	</a:t>
            </a:r>
            <a:r>
              <a:rPr lang="es-ES" sz="1400" dirty="0" err="1">
                <a:solidFill>
                  <a:schemeClr val="tx1"/>
                </a:solidFill>
              </a:rPr>
              <a:t>x</a:t>
            </a:r>
            <a:r>
              <a:rPr lang="es-ES" sz="1400" dirty="0">
                <a:solidFill>
                  <a:schemeClr val="tx1"/>
                </a:solidFill>
              </a:rPr>
              <a:t>	</a:t>
            </a:r>
            <a:r>
              <a:rPr lang="es-ES" sz="1400" dirty="0" err="1">
                <a:solidFill>
                  <a:schemeClr val="tx1"/>
                </a:solidFill>
              </a:rPr>
              <a:t>x</a:t>
            </a:r>
            <a:r>
              <a:rPr lang="es-ES" sz="1400" dirty="0">
                <a:solidFill>
                  <a:schemeClr val="tx1"/>
                </a:solidFill>
              </a:rPr>
              <a:t>	</a:t>
            </a:r>
            <a:r>
              <a:rPr lang="es-ES" sz="1400" dirty="0" err="1">
                <a:solidFill>
                  <a:schemeClr val="tx1"/>
                </a:solidFill>
              </a:rPr>
              <a:t>x</a:t>
            </a:r>
            <a:r>
              <a:rPr lang="es-ES" sz="1400" dirty="0">
                <a:solidFill>
                  <a:schemeClr val="tx1"/>
                </a:solidFill>
              </a:rPr>
              <a:t>	</a:t>
            </a:r>
            <a:r>
              <a:rPr lang="es-ES" sz="1400" dirty="0" err="1">
                <a:solidFill>
                  <a:schemeClr val="tx1"/>
                </a:solidFill>
              </a:rPr>
              <a:t>x</a:t>
            </a:r>
            <a:endParaRPr lang="es-ES" sz="1400" dirty="0">
              <a:solidFill>
                <a:schemeClr val="tx1"/>
              </a:solidFill>
            </a:endParaRPr>
          </a:p>
          <a:p>
            <a:pPr algn="ctr">
              <a:lnSpc>
                <a:spcPct val="150000"/>
              </a:lnSpc>
              <a:spcBef>
                <a:spcPts val="100"/>
              </a:spcBef>
            </a:pPr>
            <a:r>
              <a:rPr lang="es-ES" sz="1400" dirty="0">
                <a:solidFill>
                  <a:schemeClr val="tx1"/>
                </a:solidFill>
              </a:rPr>
              <a:t>x	</a:t>
            </a:r>
            <a:r>
              <a:rPr lang="es-ES" sz="1400" dirty="0" err="1">
                <a:solidFill>
                  <a:schemeClr val="tx1"/>
                </a:solidFill>
              </a:rPr>
              <a:t>x</a:t>
            </a:r>
            <a:r>
              <a:rPr lang="es-ES" sz="1400" dirty="0">
                <a:solidFill>
                  <a:schemeClr val="tx1"/>
                </a:solidFill>
              </a:rPr>
              <a:t>	</a:t>
            </a:r>
            <a:r>
              <a:rPr lang="es-ES" sz="1400" dirty="0" err="1">
                <a:solidFill>
                  <a:schemeClr val="tx1"/>
                </a:solidFill>
              </a:rPr>
              <a:t>x</a:t>
            </a:r>
            <a:r>
              <a:rPr lang="es-ES" sz="1400" dirty="0">
                <a:solidFill>
                  <a:schemeClr val="tx1"/>
                </a:solidFill>
              </a:rPr>
              <a:t>	</a:t>
            </a:r>
            <a:r>
              <a:rPr lang="es-ES" sz="1400" dirty="0" err="1">
                <a:solidFill>
                  <a:schemeClr val="tx1"/>
                </a:solidFill>
              </a:rPr>
              <a:t>x</a:t>
            </a:r>
            <a:r>
              <a:rPr lang="es-ES" sz="1400" dirty="0">
                <a:solidFill>
                  <a:schemeClr val="tx1"/>
                </a:solidFill>
              </a:rPr>
              <a:t>	</a:t>
            </a:r>
            <a:r>
              <a:rPr lang="es-ES" sz="1400" dirty="0" err="1">
                <a:solidFill>
                  <a:schemeClr val="tx1"/>
                </a:solidFill>
              </a:rPr>
              <a:t>x</a:t>
            </a:r>
            <a:r>
              <a:rPr lang="es-ES" sz="1400" dirty="0">
                <a:solidFill>
                  <a:schemeClr val="tx1"/>
                </a:solidFill>
              </a:rPr>
              <a:t>	</a:t>
            </a:r>
            <a:r>
              <a:rPr lang="es-ES" sz="1400" dirty="0" err="1">
                <a:solidFill>
                  <a:schemeClr val="tx1"/>
                </a:solidFill>
              </a:rPr>
              <a:t>x</a:t>
            </a:r>
            <a:r>
              <a:rPr lang="es-ES" sz="1400" dirty="0">
                <a:solidFill>
                  <a:schemeClr val="tx1"/>
                </a:solidFill>
              </a:rPr>
              <a:t>	</a:t>
            </a:r>
            <a:r>
              <a:rPr lang="es-ES" sz="1400" dirty="0" err="1">
                <a:solidFill>
                  <a:schemeClr val="tx1"/>
                </a:solidFill>
              </a:rPr>
              <a:t>x</a:t>
            </a:r>
            <a:r>
              <a:rPr lang="es-ES" sz="1400" dirty="0">
                <a:solidFill>
                  <a:schemeClr val="tx1"/>
                </a:solidFill>
              </a:rPr>
              <a:t>	</a:t>
            </a:r>
            <a:r>
              <a:rPr lang="es-ES" sz="1400" dirty="0" err="1">
                <a:solidFill>
                  <a:schemeClr val="tx1"/>
                </a:solidFill>
              </a:rPr>
              <a:t>x</a:t>
            </a:r>
            <a:r>
              <a:rPr lang="es-ES" sz="1400" dirty="0">
                <a:solidFill>
                  <a:schemeClr val="tx1"/>
                </a:solidFill>
              </a:rPr>
              <a:t>	</a:t>
            </a:r>
            <a:r>
              <a:rPr lang="es-ES" sz="1400" dirty="0" err="1">
                <a:solidFill>
                  <a:schemeClr val="tx1"/>
                </a:solidFill>
              </a:rPr>
              <a:t>x</a:t>
            </a:r>
            <a:r>
              <a:rPr lang="es-ES" sz="1400" dirty="0">
                <a:solidFill>
                  <a:schemeClr val="tx1"/>
                </a:solidFill>
              </a:rPr>
              <a:t>	</a:t>
            </a:r>
            <a:r>
              <a:rPr lang="es-ES" sz="1400" dirty="0" err="1">
                <a:solidFill>
                  <a:schemeClr val="tx1"/>
                </a:solidFill>
              </a:rPr>
              <a:t>x</a:t>
            </a:r>
            <a:r>
              <a:rPr lang="es-ES" sz="1400" dirty="0">
                <a:solidFill>
                  <a:schemeClr val="tx1"/>
                </a:solidFill>
              </a:rPr>
              <a:t>	</a:t>
            </a:r>
            <a:r>
              <a:rPr lang="es-ES" sz="1400" dirty="0" err="1">
                <a:solidFill>
                  <a:schemeClr val="tx1"/>
                </a:solidFill>
              </a:rPr>
              <a:t>x</a:t>
            </a:r>
            <a:r>
              <a:rPr lang="es-ES" sz="1400" dirty="0">
                <a:solidFill>
                  <a:schemeClr val="tx1"/>
                </a:solidFill>
              </a:rPr>
              <a:t>	</a:t>
            </a:r>
            <a:r>
              <a:rPr lang="es-ES" sz="1400" dirty="0" err="1">
                <a:solidFill>
                  <a:schemeClr val="tx1"/>
                </a:solidFill>
              </a:rPr>
              <a:t>x</a:t>
            </a:r>
            <a:r>
              <a:rPr lang="es-ES" sz="1400" dirty="0">
                <a:solidFill>
                  <a:schemeClr val="tx1"/>
                </a:solidFill>
              </a:rPr>
              <a:t>	</a:t>
            </a:r>
            <a:r>
              <a:rPr lang="es-ES" sz="1400" dirty="0" err="1">
                <a:solidFill>
                  <a:schemeClr val="tx1"/>
                </a:solidFill>
              </a:rPr>
              <a:t>x</a:t>
            </a:r>
            <a:endParaRPr lang="es-ES" sz="1400" dirty="0">
              <a:solidFill>
                <a:schemeClr val="tx1"/>
              </a:solidFill>
            </a:endParaRPr>
          </a:p>
          <a:p>
            <a:pPr algn="ctr">
              <a:lnSpc>
                <a:spcPct val="150000"/>
              </a:lnSpc>
              <a:spcBef>
                <a:spcPts val="100"/>
              </a:spcBef>
            </a:pPr>
            <a:r>
              <a:rPr lang="es-ES" sz="1400" dirty="0">
                <a:solidFill>
                  <a:schemeClr val="tx1"/>
                </a:solidFill>
              </a:rPr>
              <a:t>x	</a:t>
            </a:r>
            <a:r>
              <a:rPr lang="es-ES" sz="1400" dirty="0" err="1">
                <a:solidFill>
                  <a:schemeClr val="tx1"/>
                </a:solidFill>
              </a:rPr>
              <a:t>x</a:t>
            </a:r>
            <a:r>
              <a:rPr lang="es-ES" sz="1400" dirty="0">
                <a:solidFill>
                  <a:schemeClr val="tx1"/>
                </a:solidFill>
              </a:rPr>
              <a:t>	</a:t>
            </a:r>
            <a:r>
              <a:rPr lang="es-ES" sz="1400" dirty="0" err="1">
                <a:solidFill>
                  <a:schemeClr val="tx1"/>
                </a:solidFill>
              </a:rPr>
              <a:t>x</a:t>
            </a:r>
            <a:r>
              <a:rPr lang="es-ES" sz="1400" dirty="0">
                <a:solidFill>
                  <a:schemeClr val="tx1"/>
                </a:solidFill>
              </a:rPr>
              <a:t>	</a:t>
            </a:r>
            <a:r>
              <a:rPr lang="es-ES" sz="1400" dirty="0" err="1">
                <a:solidFill>
                  <a:schemeClr val="tx1"/>
                </a:solidFill>
              </a:rPr>
              <a:t>x</a:t>
            </a:r>
            <a:r>
              <a:rPr lang="es-ES" sz="1400" dirty="0">
                <a:solidFill>
                  <a:schemeClr val="tx1"/>
                </a:solidFill>
              </a:rPr>
              <a:t>	</a:t>
            </a:r>
            <a:r>
              <a:rPr lang="es-ES" sz="1400" dirty="0" err="1">
                <a:solidFill>
                  <a:schemeClr val="tx1"/>
                </a:solidFill>
              </a:rPr>
              <a:t>x</a:t>
            </a:r>
            <a:r>
              <a:rPr lang="es-ES" sz="1400" dirty="0">
                <a:solidFill>
                  <a:schemeClr val="tx1"/>
                </a:solidFill>
              </a:rPr>
              <a:t>	</a:t>
            </a:r>
            <a:r>
              <a:rPr lang="es-ES" sz="1400" dirty="0" err="1">
                <a:solidFill>
                  <a:schemeClr val="tx1"/>
                </a:solidFill>
              </a:rPr>
              <a:t>x</a:t>
            </a:r>
            <a:r>
              <a:rPr lang="es-ES" sz="1400" dirty="0">
                <a:solidFill>
                  <a:schemeClr val="tx1"/>
                </a:solidFill>
              </a:rPr>
              <a:t>	</a:t>
            </a:r>
            <a:r>
              <a:rPr lang="es-ES" sz="1400" dirty="0" err="1">
                <a:solidFill>
                  <a:schemeClr val="tx1"/>
                </a:solidFill>
              </a:rPr>
              <a:t>x</a:t>
            </a:r>
            <a:r>
              <a:rPr lang="es-ES" sz="1400" dirty="0">
                <a:solidFill>
                  <a:schemeClr val="tx1"/>
                </a:solidFill>
              </a:rPr>
              <a:t>	</a:t>
            </a:r>
            <a:r>
              <a:rPr lang="es-ES" sz="1400" dirty="0" err="1">
                <a:solidFill>
                  <a:schemeClr val="tx1"/>
                </a:solidFill>
              </a:rPr>
              <a:t>x</a:t>
            </a:r>
            <a:r>
              <a:rPr lang="es-ES" sz="1400" dirty="0">
                <a:solidFill>
                  <a:schemeClr val="tx1"/>
                </a:solidFill>
              </a:rPr>
              <a:t>	</a:t>
            </a:r>
            <a:r>
              <a:rPr lang="es-ES" sz="1400" dirty="0" err="1">
                <a:solidFill>
                  <a:schemeClr val="tx1"/>
                </a:solidFill>
              </a:rPr>
              <a:t>x</a:t>
            </a:r>
            <a:r>
              <a:rPr lang="es-ES" sz="1400" dirty="0">
                <a:solidFill>
                  <a:schemeClr val="tx1"/>
                </a:solidFill>
              </a:rPr>
              <a:t>	</a:t>
            </a:r>
            <a:r>
              <a:rPr lang="es-ES" sz="1400" dirty="0" err="1">
                <a:solidFill>
                  <a:schemeClr val="tx1"/>
                </a:solidFill>
              </a:rPr>
              <a:t>x</a:t>
            </a:r>
            <a:r>
              <a:rPr lang="es-ES" sz="1400" dirty="0">
                <a:solidFill>
                  <a:schemeClr val="tx1"/>
                </a:solidFill>
              </a:rPr>
              <a:t>	</a:t>
            </a:r>
            <a:r>
              <a:rPr lang="es-ES" sz="1400" dirty="0" err="1">
                <a:solidFill>
                  <a:schemeClr val="tx1"/>
                </a:solidFill>
              </a:rPr>
              <a:t>x</a:t>
            </a:r>
            <a:r>
              <a:rPr lang="es-ES" sz="1400" dirty="0">
                <a:solidFill>
                  <a:schemeClr val="tx1"/>
                </a:solidFill>
              </a:rPr>
              <a:t>	</a:t>
            </a:r>
            <a:r>
              <a:rPr lang="es-ES" sz="1400" dirty="0" err="1">
                <a:solidFill>
                  <a:schemeClr val="tx1"/>
                </a:solidFill>
              </a:rPr>
              <a:t>x</a:t>
            </a:r>
            <a:r>
              <a:rPr lang="es-ES" sz="1400" dirty="0">
                <a:solidFill>
                  <a:schemeClr val="tx1"/>
                </a:solidFill>
              </a:rPr>
              <a:t>	</a:t>
            </a:r>
            <a:r>
              <a:rPr lang="es-ES" sz="1400" dirty="0" err="1">
                <a:solidFill>
                  <a:schemeClr val="tx1"/>
                </a:solidFill>
              </a:rPr>
              <a:t>x</a:t>
            </a:r>
            <a:endParaRPr lang="es-ES" sz="1400" dirty="0">
              <a:solidFill>
                <a:schemeClr val="tx1"/>
              </a:solidFill>
            </a:endParaRPr>
          </a:p>
          <a:p>
            <a:pPr algn="ctr">
              <a:lnSpc>
                <a:spcPct val="150000"/>
              </a:lnSpc>
              <a:spcBef>
                <a:spcPts val="100"/>
              </a:spcBef>
            </a:pPr>
            <a:r>
              <a:rPr lang="es-ES" sz="1400" dirty="0">
                <a:solidFill>
                  <a:schemeClr val="tx1"/>
                </a:solidFill>
              </a:rPr>
              <a:t>x	</a:t>
            </a:r>
            <a:r>
              <a:rPr lang="es-ES" sz="1400" dirty="0" err="1">
                <a:solidFill>
                  <a:schemeClr val="tx1"/>
                </a:solidFill>
              </a:rPr>
              <a:t>x</a:t>
            </a:r>
            <a:r>
              <a:rPr lang="es-ES" sz="1400" dirty="0">
                <a:solidFill>
                  <a:schemeClr val="tx1"/>
                </a:solidFill>
              </a:rPr>
              <a:t>	</a:t>
            </a:r>
            <a:r>
              <a:rPr lang="es-ES" sz="1400" dirty="0" err="1">
                <a:solidFill>
                  <a:schemeClr val="tx1"/>
                </a:solidFill>
              </a:rPr>
              <a:t>x</a:t>
            </a:r>
            <a:r>
              <a:rPr lang="es-ES" sz="1400" dirty="0">
                <a:solidFill>
                  <a:schemeClr val="tx1"/>
                </a:solidFill>
              </a:rPr>
              <a:t>	</a:t>
            </a:r>
            <a:r>
              <a:rPr lang="es-ES" sz="1400" dirty="0" err="1">
                <a:solidFill>
                  <a:schemeClr val="tx1"/>
                </a:solidFill>
              </a:rPr>
              <a:t>x</a:t>
            </a:r>
            <a:r>
              <a:rPr lang="es-ES" sz="1400" dirty="0">
                <a:solidFill>
                  <a:schemeClr val="tx1"/>
                </a:solidFill>
              </a:rPr>
              <a:t>	</a:t>
            </a:r>
            <a:r>
              <a:rPr lang="es-ES" sz="1400" dirty="0" err="1">
                <a:solidFill>
                  <a:schemeClr val="tx1"/>
                </a:solidFill>
              </a:rPr>
              <a:t>x</a:t>
            </a:r>
            <a:r>
              <a:rPr lang="es-ES" sz="1400" dirty="0">
                <a:solidFill>
                  <a:schemeClr val="tx1"/>
                </a:solidFill>
              </a:rPr>
              <a:t>	</a:t>
            </a:r>
            <a:r>
              <a:rPr lang="es-ES" sz="1400" dirty="0" err="1">
                <a:solidFill>
                  <a:schemeClr val="tx1"/>
                </a:solidFill>
              </a:rPr>
              <a:t>x</a:t>
            </a:r>
            <a:r>
              <a:rPr lang="es-ES" sz="1400" dirty="0">
                <a:solidFill>
                  <a:schemeClr val="tx1"/>
                </a:solidFill>
              </a:rPr>
              <a:t>	</a:t>
            </a:r>
            <a:r>
              <a:rPr lang="es-ES" sz="1400" dirty="0" err="1">
                <a:solidFill>
                  <a:schemeClr val="tx1"/>
                </a:solidFill>
              </a:rPr>
              <a:t>x</a:t>
            </a:r>
            <a:r>
              <a:rPr lang="es-ES" sz="1400" dirty="0">
                <a:solidFill>
                  <a:schemeClr val="tx1"/>
                </a:solidFill>
              </a:rPr>
              <a:t>	</a:t>
            </a:r>
            <a:r>
              <a:rPr lang="es-ES" sz="1400" dirty="0" err="1">
                <a:solidFill>
                  <a:schemeClr val="tx1"/>
                </a:solidFill>
              </a:rPr>
              <a:t>x</a:t>
            </a:r>
            <a:r>
              <a:rPr lang="es-ES" sz="1400" dirty="0">
                <a:solidFill>
                  <a:schemeClr val="tx1"/>
                </a:solidFill>
              </a:rPr>
              <a:t>	</a:t>
            </a:r>
            <a:r>
              <a:rPr lang="es-ES" sz="1400" dirty="0" err="1">
                <a:solidFill>
                  <a:schemeClr val="tx1"/>
                </a:solidFill>
              </a:rPr>
              <a:t>x</a:t>
            </a:r>
            <a:r>
              <a:rPr lang="es-ES" sz="1400" dirty="0">
                <a:solidFill>
                  <a:schemeClr val="tx1"/>
                </a:solidFill>
              </a:rPr>
              <a:t>	</a:t>
            </a:r>
            <a:r>
              <a:rPr lang="es-ES" sz="1400" dirty="0" err="1">
                <a:solidFill>
                  <a:schemeClr val="tx1"/>
                </a:solidFill>
              </a:rPr>
              <a:t>x</a:t>
            </a:r>
            <a:r>
              <a:rPr lang="es-ES" sz="1400" dirty="0">
                <a:solidFill>
                  <a:schemeClr val="tx1"/>
                </a:solidFill>
              </a:rPr>
              <a:t>	</a:t>
            </a:r>
            <a:r>
              <a:rPr lang="es-ES" sz="1400" dirty="0" err="1">
                <a:solidFill>
                  <a:schemeClr val="tx1"/>
                </a:solidFill>
              </a:rPr>
              <a:t>x</a:t>
            </a:r>
            <a:r>
              <a:rPr lang="es-ES" sz="1400" dirty="0">
                <a:solidFill>
                  <a:schemeClr val="tx1"/>
                </a:solidFill>
              </a:rPr>
              <a:t>	</a:t>
            </a:r>
            <a:r>
              <a:rPr lang="es-ES" sz="1400" dirty="0" err="1">
                <a:solidFill>
                  <a:schemeClr val="tx1"/>
                </a:solidFill>
              </a:rPr>
              <a:t>x</a:t>
            </a:r>
            <a:r>
              <a:rPr lang="es-ES" sz="1400" dirty="0">
                <a:solidFill>
                  <a:schemeClr val="tx1"/>
                </a:solidFill>
              </a:rPr>
              <a:t>	</a:t>
            </a:r>
            <a:r>
              <a:rPr lang="es-ES" sz="1400" dirty="0" err="1">
                <a:solidFill>
                  <a:schemeClr val="tx1"/>
                </a:solidFill>
              </a:rPr>
              <a:t>x</a:t>
            </a:r>
            <a:endParaRPr lang="es-ES" sz="1400" dirty="0">
              <a:solidFill>
                <a:schemeClr val="tx1"/>
              </a:solidFill>
            </a:endParaRPr>
          </a:p>
          <a:p>
            <a:pPr algn="ctr">
              <a:lnSpc>
                <a:spcPct val="150000"/>
              </a:lnSpc>
              <a:spcBef>
                <a:spcPts val="100"/>
              </a:spcBef>
            </a:pPr>
            <a:r>
              <a:rPr lang="es-ES" sz="1400" dirty="0">
                <a:solidFill>
                  <a:schemeClr val="tx1"/>
                </a:solidFill>
              </a:rPr>
              <a:t>x	</a:t>
            </a:r>
            <a:r>
              <a:rPr lang="es-ES" sz="1400" dirty="0" err="1">
                <a:solidFill>
                  <a:schemeClr val="tx1"/>
                </a:solidFill>
              </a:rPr>
              <a:t>x</a:t>
            </a:r>
            <a:r>
              <a:rPr lang="es-ES" sz="1400" dirty="0">
                <a:solidFill>
                  <a:schemeClr val="tx1"/>
                </a:solidFill>
              </a:rPr>
              <a:t>	</a:t>
            </a:r>
            <a:r>
              <a:rPr lang="es-ES" sz="1400" dirty="0" err="1">
                <a:solidFill>
                  <a:schemeClr val="tx1"/>
                </a:solidFill>
              </a:rPr>
              <a:t>x</a:t>
            </a:r>
            <a:r>
              <a:rPr lang="es-ES" sz="1400" dirty="0">
                <a:solidFill>
                  <a:schemeClr val="tx1"/>
                </a:solidFill>
              </a:rPr>
              <a:t>	</a:t>
            </a:r>
            <a:r>
              <a:rPr lang="es-ES" sz="1400" dirty="0" err="1">
                <a:solidFill>
                  <a:schemeClr val="tx1"/>
                </a:solidFill>
              </a:rPr>
              <a:t>x</a:t>
            </a:r>
            <a:r>
              <a:rPr lang="es-ES" sz="1400" dirty="0">
                <a:solidFill>
                  <a:schemeClr val="tx1"/>
                </a:solidFill>
              </a:rPr>
              <a:t>	</a:t>
            </a:r>
            <a:r>
              <a:rPr lang="es-ES" sz="1400" dirty="0" err="1">
                <a:solidFill>
                  <a:schemeClr val="tx1"/>
                </a:solidFill>
              </a:rPr>
              <a:t>x</a:t>
            </a:r>
            <a:r>
              <a:rPr lang="es-ES" sz="1400" dirty="0">
                <a:solidFill>
                  <a:schemeClr val="tx1"/>
                </a:solidFill>
              </a:rPr>
              <a:t>	</a:t>
            </a:r>
            <a:r>
              <a:rPr lang="es-ES" sz="1400" dirty="0" err="1">
                <a:solidFill>
                  <a:schemeClr val="tx1"/>
                </a:solidFill>
              </a:rPr>
              <a:t>x</a:t>
            </a:r>
            <a:r>
              <a:rPr lang="es-ES" sz="1400" dirty="0">
                <a:solidFill>
                  <a:schemeClr val="tx1"/>
                </a:solidFill>
              </a:rPr>
              <a:t>	</a:t>
            </a:r>
            <a:r>
              <a:rPr lang="es-ES" sz="1400" dirty="0" err="1">
                <a:solidFill>
                  <a:schemeClr val="tx1"/>
                </a:solidFill>
              </a:rPr>
              <a:t>x</a:t>
            </a:r>
            <a:r>
              <a:rPr lang="es-ES" sz="1400" dirty="0">
                <a:solidFill>
                  <a:schemeClr val="tx1"/>
                </a:solidFill>
              </a:rPr>
              <a:t>	</a:t>
            </a:r>
            <a:r>
              <a:rPr lang="es-ES" sz="1400" dirty="0" err="1">
                <a:solidFill>
                  <a:schemeClr val="tx1"/>
                </a:solidFill>
              </a:rPr>
              <a:t>x</a:t>
            </a:r>
            <a:r>
              <a:rPr lang="es-ES" sz="1400" dirty="0">
                <a:solidFill>
                  <a:schemeClr val="tx1"/>
                </a:solidFill>
              </a:rPr>
              <a:t>	</a:t>
            </a:r>
            <a:r>
              <a:rPr lang="es-ES" sz="1400" dirty="0" err="1">
                <a:solidFill>
                  <a:schemeClr val="tx1"/>
                </a:solidFill>
              </a:rPr>
              <a:t>x</a:t>
            </a:r>
            <a:r>
              <a:rPr lang="es-ES" sz="1400" dirty="0">
                <a:solidFill>
                  <a:schemeClr val="tx1"/>
                </a:solidFill>
              </a:rPr>
              <a:t>	</a:t>
            </a:r>
            <a:r>
              <a:rPr lang="es-ES" sz="1400" dirty="0" err="1">
                <a:solidFill>
                  <a:schemeClr val="tx1"/>
                </a:solidFill>
              </a:rPr>
              <a:t>x</a:t>
            </a:r>
            <a:r>
              <a:rPr lang="es-ES" sz="1400" dirty="0">
                <a:solidFill>
                  <a:schemeClr val="tx1"/>
                </a:solidFill>
              </a:rPr>
              <a:t>	</a:t>
            </a:r>
            <a:r>
              <a:rPr lang="es-ES" sz="1400" dirty="0" err="1">
                <a:solidFill>
                  <a:schemeClr val="tx1"/>
                </a:solidFill>
              </a:rPr>
              <a:t>x</a:t>
            </a:r>
            <a:r>
              <a:rPr lang="es-ES" sz="1400" dirty="0">
                <a:solidFill>
                  <a:schemeClr val="tx1"/>
                </a:solidFill>
              </a:rPr>
              <a:t>	</a:t>
            </a:r>
            <a:r>
              <a:rPr lang="es-ES" sz="1400" dirty="0" err="1">
                <a:solidFill>
                  <a:schemeClr val="tx1"/>
                </a:solidFill>
              </a:rPr>
              <a:t>x</a:t>
            </a:r>
            <a:r>
              <a:rPr lang="es-ES" sz="1400" dirty="0">
                <a:solidFill>
                  <a:schemeClr val="tx1"/>
                </a:solidFill>
              </a:rPr>
              <a:t>	</a:t>
            </a:r>
            <a:r>
              <a:rPr lang="es-ES" sz="1400" dirty="0" err="1">
                <a:solidFill>
                  <a:schemeClr val="tx1"/>
                </a:solidFill>
              </a:rPr>
              <a:t>x</a:t>
            </a:r>
            <a:endParaRPr lang="es-ES" sz="1400" dirty="0">
              <a:solidFill>
                <a:schemeClr val="tx1"/>
              </a:solidFill>
            </a:endParaRPr>
          </a:p>
          <a:p>
            <a:pPr algn="ctr">
              <a:lnSpc>
                <a:spcPct val="150000"/>
              </a:lnSpc>
              <a:spcBef>
                <a:spcPts val="100"/>
              </a:spcBef>
            </a:pPr>
            <a:r>
              <a:rPr lang="es-ES" sz="1400" dirty="0">
                <a:solidFill>
                  <a:schemeClr val="tx1"/>
                </a:solidFill>
              </a:rPr>
              <a:t>x	</a:t>
            </a:r>
            <a:r>
              <a:rPr lang="es-ES" sz="1400" dirty="0" err="1">
                <a:solidFill>
                  <a:schemeClr val="tx1"/>
                </a:solidFill>
              </a:rPr>
              <a:t>x</a:t>
            </a:r>
            <a:r>
              <a:rPr lang="es-ES" sz="1400" dirty="0">
                <a:solidFill>
                  <a:schemeClr val="tx1"/>
                </a:solidFill>
              </a:rPr>
              <a:t>	</a:t>
            </a:r>
            <a:r>
              <a:rPr lang="es-ES" sz="1400" dirty="0" err="1">
                <a:solidFill>
                  <a:schemeClr val="tx1"/>
                </a:solidFill>
              </a:rPr>
              <a:t>x</a:t>
            </a:r>
            <a:r>
              <a:rPr lang="es-ES" sz="1400" dirty="0">
                <a:solidFill>
                  <a:schemeClr val="tx1"/>
                </a:solidFill>
              </a:rPr>
              <a:t>	</a:t>
            </a:r>
            <a:r>
              <a:rPr lang="es-ES" sz="1400" dirty="0" err="1">
                <a:solidFill>
                  <a:schemeClr val="tx1"/>
                </a:solidFill>
              </a:rPr>
              <a:t>x</a:t>
            </a:r>
            <a:r>
              <a:rPr lang="es-ES" sz="1400" dirty="0">
                <a:solidFill>
                  <a:schemeClr val="tx1"/>
                </a:solidFill>
              </a:rPr>
              <a:t>	</a:t>
            </a:r>
            <a:r>
              <a:rPr lang="es-ES" sz="1400" dirty="0" err="1">
                <a:solidFill>
                  <a:schemeClr val="tx1"/>
                </a:solidFill>
              </a:rPr>
              <a:t>x</a:t>
            </a:r>
            <a:r>
              <a:rPr lang="es-ES" sz="1400" dirty="0">
                <a:solidFill>
                  <a:schemeClr val="tx1"/>
                </a:solidFill>
              </a:rPr>
              <a:t>	</a:t>
            </a:r>
            <a:r>
              <a:rPr lang="es-ES" sz="1400" dirty="0" err="1">
                <a:solidFill>
                  <a:schemeClr val="tx1"/>
                </a:solidFill>
              </a:rPr>
              <a:t>x</a:t>
            </a:r>
            <a:r>
              <a:rPr lang="es-ES" sz="1400" dirty="0">
                <a:solidFill>
                  <a:schemeClr val="tx1"/>
                </a:solidFill>
              </a:rPr>
              <a:t>	</a:t>
            </a:r>
            <a:r>
              <a:rPr lang="es-ES" sz="1400" dirty="0" err="1">
                <a:solidFill>
                  <a:schemeClr val="tx1"/>
                </a:solidFill>
              </a:rPr>
              <a:t>x</a:t>
            </a:r>
            <a:r>
              <a:rPr lang="es-ES" sz="1400" dirty="0">
                <a:solidFill>
                  <a:schemeClr val="tx1"/>
                </a:solidFill>
              </a:rPr>
              <a:t>	</a:t>
            </a:r>
            <a:r>
              <a:rPr lang="es-ES" sz="1400" dirty="0" err="1">
                <a:solidFill>
                  <a:schemeClr val="tx1"/>
                </a:solidFill>
              </a:rPr>
              <a:t>x</a:t>
            </a:r>
            <a:r>
              <a:rPr lang="es-ES" sz="1400" dirty="0">
                <a:solidFill>
                  <a:schemeClr val="tx1"/>
                </a:solidFill>
              </a:rPr>
              <a:t>	</a:t>
            </a:r>
            <a:r>
              <a:rPr lang="es-ES" sz="1400" dirty="0" err="1">
                <a:solidFill>
                  <a:schemeClr val="tx1"/>
                </a:solidFill>
              </a:rPr>
              <a:t>x</a:t>
            </a:r>
            <a:r>
              <a:rPr lang="es-ES" sz="1400" dirty="0">
                <a:solidFill>
                  <a:schemeClr val="tx1"/>
                </a:solidFill>
              </a:rPr>
              <a:t>	</a:t>
            </a:r>
            <a:r>
              <a:rPr lang="es-ES" sz="1400" dirty="0" err="1">
                <a:solidFill>
                  <a:schemeClr val="tx1"/>
                </a:solidFill>
              </a:rPr>
              <a:t>x</a:t>
            </a:r>
            <a:r>
              <a:rPr lang="es-ES" sz="1400" dirty="0">
                <a:solidFill>
                  <a:schemeClr val="tx1"/>
                </a:solidFill>
              </a:rPr>
              <a:t>	</a:t>
            </a:r>
            <a:r>
              <a:rPr lang="es-ES" sz="1400" dirty="0" err="1">
                <a:solidFill>
                  <a:schemeClr val="tx1"/>
                </a:solidFill>
              </a:rPr>
              <a:t>x</a:t>
            </a:r>
            <a:r>
              <a:rPr lang="es-ES" sz="1400" dirty="0">
                <a:solidFill>
                  <a:schemeClr val="tx1"/>
                </a:solidFill>
              </a:rPr>
              <a:t>	</a:t>
            </a:r>
            <a:r>
              <a:rPr lang="es-ES" sz="1400" dirty="0" err="1">
                <a:solidFill>
                  <a:schemeClr val="tx1"/>
                </a:solidFill>
              </a:rPr>
              <a:t>x</a:t>
            </a:r>
            <a:r>
              <a:rPr lang="es-ES" sz="1400" dirty="0">
                <a:solidFill>
                  <a:schemeClr val="tx1"/>
                </a:solidFill>
              </a:rPr>
              <a:t>	</a:t>
            </a:r>
            <a:r>
              <a:rPr lang="es-ES" sz="1400" dirty="0" err="1">
                <a:solidFill>
                  <a:schemeClr val="tx1"/>
                </a:solidFill>
              </a:rPr>
              <a:t>x</a:t>
            </a:r>
            <a:endParaRPr lang="es-ES" sz="1400" dirty="0">
              <a:solidFill>
                <a:schemeClr val="tx1"/>
              </a:solidFill>
            </a:endParaRPr>
          </a:p>
          <a:p>
            <a:pPr algn="ctr">
              <a:lnSpc>
                <a:spcPct val="150000"/>
              </a:lnSpc>
              <a:spcBef>
                <a:spcPts val="100"/>
              </a:spcBef>
            </a:pPr>
            <a:r>
              <a:rPr lang="es-ES" sz="1400" dirty="0">
                <a:solidFill>
                  <a:schemeClr val="tx1"/>
                </a:solidFill>
              </a:rPr>
              <a:t>x	</a:t>
            </a:r>
            <a:r>
              <a:rPr lang="es-ES" sz="1400" dirty="0" err="1">
                <a:solidFill>
                  <a:schemeClr val="tx1"/>
                </a:solidFill>
              </a:rPr>
              <a:t>x</a:t>
            </a:r>
            <a:r>
              <a:rPr lang="es-ES" sz="1400" dirty="0">
                <a:solidFill>
                  <a:schemeClr val="tx1"/>
                </a:solidFill>
              </a:rPr>
              <a:t>	</a:t>
            </a:r>
            <a:r>
              <a:rPr lang="es-ES" sz="1400" dirty="0" err="1">
                <a:solidFill>
                  <a:schemeClr val="tx1"/>
                </a:solidFill>
              </a:rPr>
              <a:t>x</a:t>
            </a:r>
            <a:r>
              <a:rPr lang="es-ES" sz="1400" dirty="0">
                <a:solidFill>
                  <a:schemeClr val="tx1"/>
                </a:solidFill>
              </a:rPr>
              <a:t>	</a:t>
            </a:r>
            <a:r>
              <a:rPr lang="es-ES" sz="1400" dirty="0" err="1">
                <a:solidFill>
                  <a:schemeClr val="tx1"/>
                </a:solidFill>
              </a:rPr>
              <a:t>x</a:t>
            </a:r>
            <a:r>
              <a:rPr lang="es-ES" sz="1400" dirty="0">
                <a:solidFill>
                  <a:schemeClr val="tx1"/>
                </a:solidFill>
              </a:rPr>
              <a:t>	</a:t>
            </a:r>
            <a:r>
              <a:rPr lang="es-ES" sz="1400" dirty="0" err="1">
                <a:solidFill>
                  <a:schemeClr val="tx1"/>
                </a:solidFill>
              </a:rPr>
              <a:t>x</a:t>
            </a:r>
            <a:r>
              <a:rPr lang="es-ES" sz="1400" dirty="0">
                <a:solidFill>
                  <a:schemeClr val="tx1"/>
                </a:solidFill>
              </a:rPr>
              <a:t>	</a:t>
            </a:r>
            <a:r>
              <a:rPr lang="es-ES" sz="1400" dirty="0" err="1">
                <a:solidFill>
                  <a:schemeClr val="tx1"/>
                </a:solidFill>
              </a:rPr>
              <a:t>x</a:t>
            </a:r>
            <a:r>
              <a:rPr lang="es-ES" sz="1400" dirty="0">
                <a:solidFill>
                  <a:schemeClr val="tx1"/>
                </a:solidFill>
              </a:rPr>
              <a:t>	</a:t>
            </a:r>
            <a:r>
              <a:rPr lang="es-ES" sz="1400" dirty="0" err="1">
                <a:solidFill>
                  <a:schemeClr val="tx1"/>
                </a:solidFill>
              </a:rPr>
              <a:t>x</a:t>
            </a:r>
            <a:r>
              <a:rPr lang="es-ES" sz="1400" dirty="0">
                <a:solidFill>
                  <a:schemeClr val="tx1"/>
                </a:solidFill>
              </a:rPr>
              <a:t>	</a:t>
            </a:r>
            <a:r>
              <a:rPr lang="es-ES" sz="1400" dirty="0" err="1">
                <a:solidFill>
                  <a:schemeClr val="tx1"/>
                </a:solidFill>
              </a:rPr>
              <a:t>x</a:t>
            </a:r>
            <a:r>
              <a:rPr lang="es-ES" sz="1400" dirty="0">
                <a:solidFill>
                  <a:schemeClr val="tx1"/>
                </a:solidFill>
              </a:rPr>
              <a:t>	</a:t>
            </a:r>
            <a:r>
              <a:rPr lang="es-ES" sz="1400" dirty="0" err="1">
                <a:solidFill>
                  <a:schemeClr val="tx1"/>
                </a:solidFill>
              </a:rPr>
              <a:t>x</a:t>
            </a:r>
            <a:r>
              <a:rPr lang="es-ES" sz="1400" dirty="0">
                <a:solidFill>
                  <a:schemeClr val="tx1"/>
                </a:solidFill>
              </a:rPr>
              <a:t>	</a:t>
            </a:r>
            <a:r>
              <a:rPr lang="es-ES" sz="1400" dirty="0" err="1">
                <a:solidFill>
                  <a:schemeClr val="tx1"/>
                </a:solidFill>
              </a:rPr>
              <a:t>x</a:t>
            </a:r>
            <a:r>
              <a:rPr lang="es-ES" sz="1400" dirty="0">
                <a:solidFill>
                  <a:schemeClr val="tx1"/>
                </a:solidFill>
              </a:rPr>
              <a:t>	</a:t>
            </a:r>
            <a:r>
              <a:rPr lang="es-ES" sz="1400" dirty="0" err="1">
                <a:solidFill>
                  <a:schemeClr val="tx1"/>
                </a:solidFill>
              </a:rPr>
              <a:t>x</a:t>
            </a:r>
            <a:r>
              <a:rPr lang="es-ES" sz="1400" dirty="0">
                <a:solidFill>
                  <a:schemeClr val="tx1"/>
                </a:solidFill>
              </a:rPr>
              <a:t>	</a:t>
            </a:r>
            <a:r>
              <a:rPr lang="es-ES" sz="1400" dirty="0" err="1">
                <a:solidFill>
                  <a:schemeClr val="tx1"/>
                </a:solidFill>
              </a:rPr>
              <a:t>x</a:t>
            </a:r>
            <a:r>
              <a:rPr lang="es-ES" sz="1400" dirty="0">
                <a:solidFill>
                  <a:schemeClr val="tx1"/>
                </a:solidFill>
              </a:rPr>
              <a:t>	</a:t>
            </a:r>
            <a:r>
              <a:rPr lang="es-ES" sz="1400" dirty="0" err="1">
                <a:solidFill>
                  <a:schemeClr val="tx1"/>
                </a:solidFill>
              </a:rPr>
              <a:t>x</a:t>
            </a:r>
            <a:endParaRPr lang="es-ES" sz="1400" dirty="0">
              <a:solidFill>
                <a:schemeClr val="tx1"/>
              </a:solidFill>
            </a:endParaRPr>
          </a:p>
          <a:p>
            <a:pPr algn="ctr">
              <a:lnSpc>
                <a:spcPct val="150000"/>
              </a:lnSpc>
              <a:spcBef>
                <a:spcPts val="100"/>
              </a:spcBef>
            </a:pPr>
            <a:r>
              <a:rPr lang="es-ES" sz="1400" dirty="0">
                <a:solidFill>
                  <a:schemeClr val="tx1"/>
                </a:solidFill>
              </a:rPr>
              <a:t>x	</a:t>
            </a:r>
            <a:r>
              <a:rPr lang="es-ES" sz="1400" dirty="0" err="1">
                <a:solidFill>
                  <a:schemeClr val="tx1"/>
                </a:solidFill>
              </a:rPr>
              <a:t>x</a:t>
            </a:r>
            <a:r>
              <a:rPr lang="es-ES" sz="1400" dirty="0">
                <a:solidFill>
                  <a:schemeClr val="tx1"/>
                </a:solidFill>
              </a:rPr>
              <a:t>	</a:t>
            </a:r>
            <a:r>
              <a:rPr lang="es-ES" sz="1400" dirty="0" err="1">
                <a:solidFill>
                  <a:schemeClr val="tx1"/>
                </a:solidFill>
              </a:rPr>
              <a:t>x</a:t>
            </a:r>
            <a:r>
              <a:rPr lang="es-ES" sz="1400" dirty="0">
                <a:solidFill>
                  <a:schemeClr val="tx1"/>
                </a:solidFill>
              </a:rPr>
              <a:t>	</a:t>
            </a:r>
            <a:r>
              <a:rPr lang="es-ES" sz="1400" dirty="0" err="1">
                <a:solidFill>
                  <a:schemeClr val="tx1"/>
                </a:solidFill>
              </a:rPr>
              <a:t>x</a:t>
            </a:r>
            <a:r>
              <a:rPr lang="es-ES" sz="1400" dirty="0">
                <a:solidFill>
                  <a:schemeClr val="tx1"/>
                </a:solidFill>
              </a:rPr>
              <a:t>	</a:t>
            </a:r>
            <a:r>
              <a:rPr lang="es-ES" sz="1400" dirty="0" err="1">
                <a:solidFill>
                  <a:schemeClr val="tx1"/>
                </a:solidFill>
              </a:rPr>
              <a:t>x</a:t>
            </a:r>
            <a:r>
              <a:rPr lang="es-ES" sz="1400" dirty="0">
                <a:solidFill>
                  <a:schemeClr val="tx1"/>
                </a:solidFill>
              </a:rPr>
              <a:t>	</a:t>
            </a:r>
            <a:r>
              <a:rPr lang="es-ES" sz="1400" dirty="0" err="1">
                <a:solidFill>
                  <a:schemeClr val="tx1"/>
                </a:solidFill>
              </a:rPr>
              <a:t>x</a:t>
            </a:r>
            <a:r>
              <a:rPr lang="es-ES" sz="1400" dirty="0">
                <a:solidFill>
                  <a:schemeClr val="tx1"/>
                </a:solidFill>
              </a:rPr>
              <a:t>	</a:t>
            </a:r>
            <a:r>
              <a:rPr lang="es-ES" sz="1400" dirty="0" err="1">
                <a:solidFill>
                  <a:schemeClr val="tx1"/>
                </a:solidFill>
              </a:rPr>
              <a:t>x</a:t>
            </a:r>
            <a:r>
              <a:rPr lang="es-ES" sz="1400" dirty="0">
                <a:solidFill>
                  <a:schemeClr val="tx1"/>
                </a:solidFill>
              </a:rPr>
              <a:t>	</a:t>
            </a:r>
            <a:r>
              <a:rPr lang="es-ES" sz="1400" dirty="0" err="1">
                <a:solidFill>
                  <a:schemeClr val="tx1"/>
                </a:solidFill>
              </a:rPr>
              <a:t>x</a:t>
            </a:r>
            <a:r>
              <a:rPr lang="es-ES" sz="1400" dirty="0">
                <a:solidFill>
                  <a:schemeClr val="tx1"/>
                </a:solidFill>
              </a:rPr>
              <a:t>	</a:t>
            </a:r>
            <a:r>
              <a:rPr lang="es-ES" sz="1400" dirty="0" err="1">
                <a:solidFill>
                  <a:schemeClr val="tx1"/>
                </a:solidFill>
              </a:rPr>
              <a:t>x</a:t>
            </a:r>
            <a:r>
              <a:rPr lang="es-ES" sz="1400" dirty="0">
                <a:solidFill>
                  <a:schemeClr val="tx1"/>
                </a:solidFill>
              </a:rPr>
              <a:t>	</a:t>
            </a:r>
            <a:r>
              <a:rPr lang="es-ES" sz="1400" dirty="0" err="1">
                <a:solidFill>
                  <a:schemeClr val="tx1"/>
                </a:solidFill>
              </a:rPr>
              <a:t>x</a:t>
            </a:r>
            <a:r>
              <a:rPr lang="es-ES" sz="1400" dirty="0">
                <a:solidFill>
                  <a:schemeClr val="tx1"/>
                </a:solidFill>
              </a:rPr>
              <a:t>	</a:t>
            </a:r>
            <a:r>
              <a:rPr lang="es-ES" sz="1400" dirty="0" err="1">
                <a:solidFill>
                  <a:schemeClr val="tx1"/>
                </a:solidFill>
              </a:rPr>
              <a:t>x</a:t>
            </a:r>
            <a:r>
              <a:rPr lang="es-ES" sz="1400" dirty="0">
                <a:solidFill>
                  <a:schemeClr val="tx1"/>
                </a:solidFill>
              </a:rPr>
              <a:t>	</a:t>
            </a:r>
            <a:r>
              <a:rPr lang="es-ES" sz="1400" dirty="0" err="1">
                <a:solidFill>
                  <a:schemeClr val="tx1"/>
                </a:solidFill>
              </a:rPr>
              <a:t>x</a:t>
            </a:r>
            <a:r>
              <a:rPr lang="es-ES" sz="1400" dirty="0">
                <a:solidFill>
                  <a:schemeClr val="tx1"/>
                </a:solidFill>
              </a:rPr>
              <a:t>	</a:t>
            </a:r>
            <a:r>
              <a:rPr lang="es-ES" sz="1400" dirty="0" err="1">
                <a:solidFill>
                  <a:schemeClr val="tx1"/>
                </a:solidFill>
              </a:rPr>
              <a:t>x</a:t>
            </a:r>
            <a:endParaRPr lang="es-ES" sz="1400" dirty="0">
              <a:solidFill>
                <a:schemeClr val="tx1"/>
              </a:solidFill>
            </a:endParaRPr>
          </a:p>
          <a:p>
            <a:pPr algn="ctr">
              <a:lnSpc>
                <a:spcPct val="150000"/>
              </a:lnSpc>
              <a:spcBef>
                <a:spcPts val="100"/>
              </a:spcBef>
            </a:pPr>
            <a:r>
              <a:rPr lang="es-ES" sz="1400" dirty="0">
                <a:solidFill>
                  <a:schemeClr val="tx1"/>
                </a:solidFill>
              </a:rPr>
              <a:t>x	</a:t>
            </a:r>
            <a:r>
              <a:rPr lang="es-ES" sz="1400" dirty="0" err="1">
                <a:solidFill>
                  <a:schemeClr val="tx1"/>
                </a:solidFill>
              </a:rPr>
              <a:t>x</a:t>
            </a:r>
            <a:r>
              <a:rPr lang="es-ES" sz="1400" dirty="0">
                <a:solidFill>
                  <a:schemeClr val="tx1"/>
                </a:solidFill>
              </a:rPr>
              <a:t>	</a:t>
            </a:r>
            <a:r>
              <a:rPr lang="es-ES" sz="1400" dirty="0" err="1">
                <a:solidFill>
                  <a:schemeClr val="tx1"/>
                </a:solidFill>
              </a:rPr>
              <a:t>x</a:t>
            </a:r>
            <a:r>
              <a:rPr lang="es-ES" sz="1400" dirty="0">
                <a:solidFill>
                  <a:schemeClr val="tx1"/>
                </a:solidFill>
              </a:rPr>
              <a:t>	</a:t>
            </a:r>
            <a:r>
              <a:rPr lang="es-ES" sz="1400" dirty="0" err="1">
                <a:solidFill>
                  <a:schemeClr val="tx1"/>
                </a:solidFill>
              </a:rPr>
              <a:t>x</a:t>
            </a:r>
            <a:r>
              <a:rPr lang="es-ES" sz="1400" dirty="0">
                <a:solidFill>
                  <a:schemeClr val="tx1"/>
                </a:solidFill>
              </a:rPr>
              <a:t>	</a:t>
            </a:r>
            <a:r>
              <a:rPr lang="es-ES" sz="1400" dirty="0" err="1">
                <a:solidFill>
                  <a:schemeClr val="tx1"/>
                </a:solidFill>
              </a:rPr>
              <a:t>x</a:t>
            </a:r>
            <a:r>
              <a:rPr lang="es-ES" sz="1400" dirty="0">
                <a:solidFill>
                  <a:schemeClr val="tx1"/>
                </a:solidFill>
              </a:rPr>
              <a:t>	</a:t>
            </a:r>
            <a:r>
              <a:rPr lang="es-ES" sz="1400" dirty="0" err="1">
                <a:solidFill>
                  <a:schemeClr val="tx1"/>
                </a:solidFill>
              </a:rPr>
              <a:t>x</a:t>
            </a:r>
            <a:r>
              <a:rPr lang="es-ES" sz="1400" dirty="0">
                <a:solidFill>
                  <a:schemeClr val="tx1"/>
                </a:solidFill>
              </a:rPr>
              <a:t>	</a:t>
            </a:r>
            <a:r>
              <a:rPr lang="es-ES" sz="1400" dirty="0" err="1">
                <a:solidFill>
                  <a:schemeClr val="tx1"/>
                </a:solidFill>
              </a:rPr>
              <a:t>x</a:t>
            </a:r>
            <a:r>
              <a:rPr lang="es-ES" sz="1400" dirty="0">
                <a:solidFill>
                  <a:schemeClr val="tx1"/>
                </a:solidFill>
              </a:rPr>
              <a:t>	</a:t>
            </a:r>
            <a:r>
              <a:rPr lang="es-ES" sz="1400" dirty="0" err="1">
                <a:solidFill>
                  <a:schemeClr val="tx1"/>
                </a:solidFill>
              </a:rPr>
              <a:t>x</a:t>
            </a:r>
            <a:r>
              <a:rPr lang="es-ES" sz="1400" dirty="0">
                <a:solidFill>
                  <a:schemeClr val="tx1"/>
                </a:solidFill>
              </a:rPr>
              <a:t>	</a:t>
            </a:r>
            <a:r>
              <a:rPr lang="es-ES" sz="1400" dirty="0" err="1">
                <a:solidFill>
                  <a:schemeClr val="tx1"/>
                </a:solidFill>
              </a:rPr>
              <a:t>x</a:t>
            </a:r>
            <a:r>
              <a:rPr lang="es-ES" sz="1400" dirty="0">
                <a:solidFill>
                  <a:schemeClr val="tx1"/>
                </a:solidFill>
              </a:rPr>
              <a:t>	</a:t>
            </a:r>
            <a:r>
              <a:rPr lang="es-ES" sz="1400" dirty="0" err="1">
                <a:solidFill>
                  <a:schemeClr val="tx1"/>
                </a:solidFill>
              </a:rPr>
              <a:t>x</a:t>
            </a:r>
            <a:r>
              <a:rPr lang="es-ES" sz="1400" dirty="0">
                <a:solidFill>
                  <a:schemeClr val="tx1"/>
                </a:solidFill>
              </a:rPr>
              <a:t>	</a:t>
            </a:r>
            <a:r>
              <a:rPr lang="es-ES" sz="1400" dirty="0" err="1">
                <a:solidFill>
                  <a:schemeClr val="tx1"/>
                </a:solidFill>
              </a:rPr>
              <a:t>x</a:t>
            </a:r>
            <a:r>
              <a:rPr lang="es-ES" sz="1400" dirty="0">
                <a:solidFill>
                  <a:schemeClr val="tx1"/>
                </a:solidFill>
              </a:rPr>
              <a:t>	</a:t>
            </a:r>
            <a:r>
              <a:rPr lang="es-ES" sz="1400" dirty="0" err="1">
                <a:solidFill>
                  <a:schemeClr val="tx1"/>
                </a:solidFill>
              </a:rPr>
              <a:t>x</a:t>
            </a:r>
            <a:r>
              <a:rPr lang="es-ES" sz="1400" dirty="0">
                <a:solidFill>
                  <a:schemeClr val="tx1"/>
                </a:solidFill>
              </a:rPr>
              <a:t>	</a:t>
            </a:r>
            <a:r>
              <a:rPr lang="es-ES" sz="1400" dirty="0" err="1">
                <a:solidFill>
                  <a:schemeClr val="tx1"/>
                </a:solidFill>
              </a:rPr>
              <a:t>x</a:t>
            </a:r>
            <a:endParaRPr lang="es-ES" sz="1400" dirty="0">
              <a:solidFill>
                <a:schemeClr val="tx1"/>
              </a:solidFill>
            </a:endParaRPr>
          </a:p>
          <a:p>
            <a:pPr algn="ctr">
              <a:lnSpc>
                <a:spcPct val="150000"/>
              </a:lnSpc>
              <a:spcBef>
                <a:spcPts val="100"/>
              </a:spcBef>
            </a:pPr>
            <a:r>
              <a:rPr lang="es-ES" sz="1400" dirty="0">
                <a:solidFill>
                  <a:schemeClr val="tx1"/>
                </a:solidFill>
              </a:rPr>
              <a:t>x	</a:t>
            </a:r>
            <a:r>
              <a:rPr lang="es-ES" sz="1400" dirty="0" err="1">
                <a:solidFill>
                  <a:schemeClr val="tx1"/>
                </a:solidFill>
              </a:rPr>
              <a:t>x</a:t>
            </a:r>
            <a:r>
              <a:rPr lang="es-ES" sz="1400" dirty="0">
                <a:solidFill>
                  <a:schemeClr val="tx1"/>
                </a:solidFill>
              </a:rPr>
              <a:t>	</a:t>
            </a:r>
            <a:r>
              <a:rPr lang="es-ES" sz="1400" dirty="0" err="1">
                <a:solidFill>
                  <a:schemeClr val="tx1"/>
                </a:solidFill>
              </a:rPr>
              <a:t>x</a:t>
            </a:r>
            <a:r>
              <a:rPr lang="es-ES" sz="1400" dirty="0">
                <a:solidFill>
                  <a:schemeClr val="tx1"/>
                </a:solidFill>
              </a:rPr>
              <a:t>	</a:t>
            </a:r>
            <a:r>
              <a:rPr lang="es-ES" sz="1400" dirty="0" err="1">
                <a:solidFill>
                  <a:schemeClr val="tx1"/>
                </a:solidFill>
              </a:rPr>
              <a:t>x</a:t>
            </a:r>
            <a:r>
              <a:rPr lang="es-ES" sz="1400" dirty="0">
                <a:solidFill>
                  <a:schemeClr val="tx1"/>
                </a:solidFill>
              </a:rPr>
              <a:t>	</a:t>
            </a:r>
            <a:r>
              <a:rPr lang="es-ES" sz="1400" dirty="0" err="1">
                <a:solidFill>
                  <a:schemeClr val="tx1"/>
                </a:solidFill>
              </a:rPr>
              <a:t>x</a:t>
            </a:r>
            <a:r>
              <a:rPr lang="es-ES" sz="1400" dirty="0">
                <a:solidFill>
                  <a:schemeClr val="tx1"/>
                </a:solidFill>
              </a:rPr>
              <a:t>	</a:t>
            </a:r>
            <a:r>
              <a:rPr lang="es-ES" sz="1400" dirty="0" err="1">
                <a:solidFill>
                  <a:schemeClr val="tx1"/>
                </a:solidFill>
              </a:rPr>
              <a:t>x</a:t>
            </a:r>
            <a:r>
              <a:rPr lang="es-ES" sz="1400" dirty="0">
                <a:solidFill>
                  <a:schemeClr val="tx1"/>
                </a:solidFill>
              </a:rPr>
              <a:t>	</a:t>
            </a:r>
            <a:r>
              <a:rPr lang="es-ES" sz="1400" dirty="0" err="1">
                <a:solidFill>
                  <a:schemeClr val="tx1"/>
                </a:solidFill>
              </a:rPr>
              <a:t>x</a:t>
            </a:r>
            <a:r>
              <a:rPr lang="es-ES" sz="1400" dirty="0">
                <a:solidFill>
                  <a:schemeClr val="tx1"/>
                </a:solidFill>
              </a:rPr>
              <a:t>	</a:t>
            </a:r>
            <a:r>
              <a:rPr lang="es-ES" sz="1400" dirty="0" err="1">
                <a:solidFill>
                  <a:schemeClr val="tx1"/>
                </a:solidFill>
              </a:rPr>
              <a:t>x</a:t>
            </a:r>
            <a:r>
              <a:rPr lang="es-ES" sz="1400" dirty="0">
                <a:solidFill>
                  <a:schemeClr val="tx1"/>
                </a:solidFill>
              </a:rPr>
              <a:t>	</a:t>
            </a:r>
            <a:r>
              <a:rPr lang="es-ES" sz="1400" dirty="0" err="1">
                <a:solidFill>
                  <a:schemeClr val="tx1"/>
                </a:solidFill>
              </a:rPr>
              <a:t>x</a:t>
            </a:r>
            <a:r>
              <a:rPr lang="es-ES" sz="1400" dirty="0">
                <a:solidFill>
                  <a:schemeClr val="tx1"/>
                </a:solidFill>
              </a:rPr>
              <a:t>	</a:t>
            </a:r>
            <a:r>
              <a:rPr lang="es-ES" sz="1400" dirty="0" err="1">
                <a:solidFill>
                  <a:schemeClr val="tx1"/>
                </a:solidFill>
              </a:rPr>
              <a:t>x</a:t>
            </a:r>
            <a:r>
              <a:rPr lang="es-ES" sz="1400" dirty="0">
                <a:solidFill>
                  <a:schemeClr val="tx1"/>
                </a:solidFill>
              </a:rPr>
              <a:t>	</a:t>
            </a:r>
            <a:r>
              <a:rPr lang="es-ES" sz="1400" dirty="0" err="1">
                <a:solidFill>
                  <a:schemeClr val="tx1"/>
                </a:solidFill>
              </a:rPr>
              <a:t>x</a:t>
            </a:r>
            <a:r>
              <a:rPr lang="es-ES" sz="1400" dirty="0">
                <a:solidFill>
                  <a:schemeClr val="tx1"/>
                </a:solidFill>
              </a:rPr>
              <a:t>	</a:t>
            </a:r>
            <a:r>
              <a:rPr lang="es-ES" sz="1400" dirty="0" err="1">
                <a:solidFill>
                  <a:schemeClr val="tx1"/>
                </a:solidFill>
              </a:rPr>
              <a:t>x</a:t>
            </a:r>
            <a:r>
              <a:rPr lang="es-ES" sz="1400" dirty="0">
                <a:solidFill>
                  <a:schemeClr val="tx1"/>
                </a:solidFill>
              </a:rPr>
              <a:t>	</a:t>
            </a:r>
            <a:r>
              <a:rPr lang="es-ES" sz="1400" dirty="0" err="1">
                <a:solidFill>
                  <a:schemeClr val="tx1"/>
                </a:solidFill>
              </a:rPr>
              <a:t>x</a:t>
            </a:r>
            <a:endParaRPr lang="es-ES" sz="1400" dirty="0">
              <a:solidFill>
                <a:schemeClr val="tx1"/>
              </a:solidFill>
            </a:endParaRPr>
          </a:p>
          <a:p>
            <a:pPr algn="ctr"/>
            <a:endParaRPr lang="es-ES" dirty="0"/>
          </a:p>
        </p:txBody>
      </p:sp>
      <p:grpSp>
        <p:nvGrpSpPr>
          <p:cNvPr id="28" name="Agrupar 27"/>
          <p:cNvGrpSpPr/>
          <p:nvPr/>
        </p:nvGrpSpPr>
        <p:grpSpPr>
          <a:xfrm>
            <a:off x="3621147" y="1536841"/>
            <a:ext cx="4608512" cy="4968552"/>
            <a:chOff x="3621147" y="1536841"/>
            <a:chExt cx="4608512" cy="4968552"/>
          </a:xfrm>
        </p:grpSpPr>
        <p:sp>
          <p:nvSpPr>
            <p:cNvPr id="11" name="10 Rectángulo"/>
            <p:cNvSpPr/>
            <p:nvPr/>
          </p:nvSpPr>
          <p:spPr>
            <a:xfrm>
              <a:off x="3621147" y="1536841"/>
              <a:ext cx="2304256" cy="1656184"/>
            </a:xfrm>
            <a:prstGeom prst="rect">
              <a:avLst/>
            </a:prstGeom>
            <a:noFill/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2" name="11 Rectángulo"/>
            <p:cNvSpPr/>
            <p:nvPr/>
          </p:nvSpPr>
          <p:spPr>
            <a:xfrm>
              <a:off x="5925403" y="1536841"/>
              <a:ext cx="2304256" cy="1656184"/>
            </a:xfrm>
            <a:prstGeom prst="rect">
              <a:avLst/>
            </a:prstGeom>
            <a:noFill/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4" name="13 Rectángulo"/>
            <p:cNvSpPr/>
            <p:nvPr/>
          </p:nvSpPr>
          <p:spPr>
            <a:xfrm>
              <a:off x="3621147" y="3193025"/>
              <a:ext cx="2304256" cy="1656184"/>
            </a:xfrm>
            <a:prstGeom prst="rect">
              <a:avLst/>
            </a:prstGeom>
            <a:noFill/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5" name="14 Rectángulo"/>
            <p:cNvSpPr/>
            <p:nvPr/>
          </p:nvSpPr>
          <p:spPr>
            <a:xfrm>
              <a:off x="5925403" y="3193025"/>
              <a:ext cx="2304256" cy="1656184"/>
            </a:xfrm>
            <a:prstGeom prst="rect">
              <a:avLst/>
            </a:prstGeom>
            <a:noFill/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7" name="16 Rectángulo"/>
            <p:cNvSpPr/>
            <p:nvPr/>
          </p:nvSpPr>
          <p:spPr>
            <a:xfrm>
              <a:off x="3621147" y="4849209"/>
              <a:ext cx="2304256" cy="1656184"/>
            </a:xfrm>
            <a:prstGeom prst="rect">
              <a:avLst/>
            </a:prstGeom>
            <a:noFill/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8" name="17 Rectángulo"/>
            <p:cNvSpPr/>
            <p:nvPr/>
          </p:nvSpPr>
          <p:spPr>
            <a:xfrm>
              <a:off x="5925403" y="4849209"/>
              <a:ext cx="2304256" cy="1656184"/>
            </a:xfrm>
            <a:prstGeom prst="rect">
              <a:avLst/>
            </a:prstGeom>
            <a:noFill/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grpSp>
        <p:nvGrpSpPr>
          <p:cNvPr id="27" name="Agrupar 26"/>
          <p:cNvGrpSpPr/>
          <p:nvPr/>
        </p:nvGrpSpPr>
        <p:grpSpPr>
          <a:xfrm>
            <a:off x="1316891" y="1536841"/>
            <a:ext cx="2304256" cy="4968552"/>
            <a:chOff x="1316891" y="1536841"/>
            <a:chExt cx="2304256" cy="4968552"/>
          </a:xfrm>
        </p:grpSpPr>
        <p:sp>
          <p:nvSpPr>
            <p:cNvPr id="13" name="12 Rectángulo"/>
            <p:cNvSpPr/>
            <p:nvPr/>
          </p:nvSpPr>
          <p:spPr>
            <a:xfrm>
              <a:off x="1316891" y="3193025"/>
              <a:ext cx="2304256" cy="1656184"/>
            </a:xfrm>
            <a:prstGeom prst="rect">
              <a:avLst/>
            </a:prstGeom>
            <a:noFill/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6" name="15 Rectángulo"/>
            <p:cNvSpPr/>
            <p:nvPr/>
          </p:nvSpPr>
          <p:spPr>
            <a:xfrm>
              <a:off x="1316891" y="4849209"/>
              <a:ext cx="2304256" cy="1656184"/>
            </a:xfrm>
            <a:prstGeom prst="rect">
              <a:avLst/>
            </a:prstGeom>
            <a:noFill/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22" name="6 Rectángulo"/>
            <p:cNvSpPr/>
            <p:nvPr/>
          </p:nvSpPr>
          <p:spPr>
            <a:xfrm>
              <a:off x="1316891" y="1536841"/>
              <a:ext cx="2304256" cy="1656184"/>
            </a:xfrm>
            <a:prstGeom prst="rect">
              <a:avLst/>
            </a:prstGeom>
            <a:noFill/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sp>
        <p:nvSpPr>
          <p:cNvPr id="26" name="2 Marcador de contenido"/>
          <p:cNvSpPr>
            <a:spLocks noGrp="1"/>
          </p:cNvSpPr>
          <p:nvPr>
            <p:ph idx="1"/>
          </p:nvPr>
        </p:nvSpPr>
        <p:spPr>
          <a:xfrm>
            <a:off x="442451" y="1364225"/>
            <a:ext cx="8229600" cy="4525963"/>
          </a:xfrm>
        </p:spPr>
        <p:txBody>
          <a:bodyPr/>
          <a:lstStyle/>
          <a:p>
            <a:endParaRPr lang="es-ES" dirty="0"/>
          </a:p>
          <a:p>
            <a:endParaRPr lang="es-ES" dirty="0"/>
          </a:p>
          <a:p>
            <a:endParaRPr lang="es-ES" dirty="0"/>
          </a:p>
          <a:p>
            <a:endParaRPr lang="es-ES" dirty="0"/>
          </a:p>
          <a:p>
            <a:endParaRPr lang="es-ES" dirty="0"/>
          </a:p>
          <a:p>
            <a:pPr>
              <a:buNone/>
            </a:pPr>
            <a:r>
              <a:rPr lang="es-ES" dirty="0"/>
              <a:t>A =</a:t>
            </a:r>
          </a:p>
        </p:txBody>
      </p:sp>
      <p:grpSp>
        <p:nvGrpSpPr>
          <p:cNvPr id="35" name="Agrupar 34"/>
          <p:cNvGrpSpPr/>
          <p:nvPr/>
        </p:nvGrpSpPr>
        <p:grpSpPr>
          <a:xfrm>
            <a:off x="116270" y="1130436"/>
            <a:ext cx="6708265" cy="1463395"/>
            <a:chOff x="116270" y="1130436"/>
            <a:chExt cx="6708265" cy="1463395"/>
          </a:xfrm>
        </p:grpSpPr>
        <p:sp>
          <p:nvSpPr>
            <p:cNvPr id="29" name="Elipse 28"/>
            <p:cNvSpPr/>
            <p:nvPr/>
          </p:nvSpPr>
          <p:spPr>
            <a:xfrm>
              <a:off x="1860327" y="2227117"/>
              <a:ext cx="366699" cy="366714"/>
            </a:xfrm>
            <a:prstGeom prst="ellipse">
              <a:avLst/>
            </a:prstGeom>
            <a:no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0" name="Elipse 29"/>
            <p:cNvSpPr/>
            <p:nvPr/>
          </p:nvSpPr>
          <p:spPr>
            <a:xfrm>
              <a:off x="4159258" y="2227117"/>
              <a:ext cx="366699" cy="366714"/>
            </a:xfrm>
            <a:prstGeom prst="ellipse">
              <a:avLst/>
            </a:prstGeom>
            <a:no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1" name="Elipse 30"/>
            <p:cNvSpPr/>
            <p:nvPr/>
          </p:nvSpPr>
          <p:spPr>
            <a:xfrm>
              <a:off x="6457836" y="2227117"/>
              <a:ext cx="366699" cy="366714"/>
            </a:xfrm>
            <a:prstGeom prst="ellipse">
              <a:avLst/>
            </a:prstGeom>
            <a:no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2" name="CuadroTexto 31"/>
            <p:cNvSpPr txBox="1"/>
            <p:nvPr/>
          </p:nvSpPr>
          <p:spPr>
            <a:xfrm>
              <a:off x="116270" y="1130436"/>
              <a:ext cx="1292842" cy="276999"/>
            </a:xfrm>
            <a:prstGeom prst="rect">
              <a:avLst/>
            </a:prstGeom>
            <a:noFill/>
            <a:ln>
              <a:solidFill>
                <a:schemeClr val="tx2">
                  <a:lumMod val="40000"/>
                  <a:lumOff val="60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GB" sz="1200" dirty="0">
                  <a:latin typeface="Courier New"/>
                  <a:cs typeface="Courier New"/>
                </a:rPr>
                <a:t>Thread </a:t>
              </a:r>
              <a:r>
                <a:rPr lang="en-GB" sz="1200">
                  <a:latin typeface="Courier New"/>
                  <a:cs typeface="Courier New"/>
                </a:rPr>
                <a:t>(2,1</a:t>
              </a:r>
              <a:r>
                <a:rPr lang="en-GB" sz="1200" dirty="0">
                  <a:latin typeface="Courier New"/>
                  <a:cs typeface="Courier New"/>
                </a:rPr>
                <a:t>)</a:t>
              </a:r>
            </a:p>
          </p:txBody>
        </p:sp>
        <p:cxnSp>
          <p:nvCxnSpPr>
            <p:cNvPr id="34" name="Conector recto de flecha 33"/>
            <p:cNvCxnSpPr>
              <a:endCxn id="29" idx="1"/>
            </p:cNvCxnSpPr>
            <p:nvPr/>
          </p:nvCxnSpPr>
          <p:spPr>
            <a:xfrm>
              <a:off x="1409112" y="1417638"/>
              <a:ext cx="504917" cy="863183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0" name="Agrupar 39"/>
          <p:cNvGrpSpPr/>
          <p:nvPr/>
        </p:nvGrpSpPr>
        <p:grpSpPr>
          <a:xfrm>
            <a:off x="1409113" y="1536841"/>
            <a:ext cx="4977173" cy="4473692"/>
            <a:chOff x="1409113" y="1536841"/>
            <a:chExt cx="4977173" cy="4473692"/>
          </a:xfrm>
        </p:grpSpPr>
        <p:sp>
          <p:nvSpPr>
            <p:cNvPr id="37" name="Elipse 36"/>
            <p:cNvSpPr/>
            <p:nvPr/>
          </p:nvSpPr>
          <p:spPr>
            <a:xfrm>
              <a:off x="1409113" y="1536842"/>
              <a:ext cx="379664" cy="4473691"/>
            </a:xfrm>
            <a:prstGeom prst="ellipse">
              <a:avLst/>
            </a:prstGeom>
            <a:no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8" name="Elipse 37"/>
            <p:cNvSpPr/>
            <p:nvPr/>
          </p:nvSpPr>
          <p:spPr>
            <a:xfrm>
              <a:off x="3699101" y="1536842"/>
              <a:ext cx="379664" cy="4473691"/>
            </a:xfrm>
            <a:prstGeom prst="ellipse">
              <a:avLst/>
            </a:prstGeom>
            <a:no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9" name="Elipse 38"/>
            <p:cNvSpPr/>
            <p:nvPr/>
          </p:nvSpPr>
          <p:spPr>
            <a:xfrm>
              <a:off x="6006622" y="1536841"/>
              <a:ext cx="379664" cy="4473691"/>
            </a:xfrm>
            <a:prstGeom prst="ellipse">
              <a:avLst/>
            </a:prstGeom>
            <a:no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41" name="Agrupar 40"/>
          <p:cNvGrpSpPr/>
          <p:nvPr/>
        </p:nvGrpSpPr>
        <p:grpSpPr>
          <a:xfrm>
            <a:off x="1860327" y="1536842"/>
            <a:ext cx="4977173" cy="4473692"/>
            <a:chOff x="1409113" y="1536841"/>
            <a:chExt cx="4977173" cy="4473692"/>
          </a:xfrm>
        </p:grpSpPr>
        <p:sp>
          <p:nvSpPr>
            <p:cNvPr id="42" name="Elipse 41"/>
            <p:cNvSpPr/>
            <p:nvPr/>
          </p:nvSpPr>
          <p:spPr>
            <a:xfrm>
              <a:off x="1409113" y="1536842"/>
              <a:ext cx="379664" cy="4473691"/>
            </a:xfrm>
            <a:prstGeom prst="ellipse">
              <a:avLst/>
            </a:prstGeom>
            <a:no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3" name="Elipse 42"/>
            <p:cNvSpPr/>
            <p:nvPr/>
          </p:nvSpPr>
          <p:spPr>
            <a:xfrm>
              <a:off x="3699101" y="1536842"/>
              <a:ext cx="379664" cy="4473691"/>
            </a:xfrm>
            <a:prstGeom prst="ellipse">
              <a:avLst/>
            </a:prstGeom>
            <a:no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4" name="Elipse 43"/>
            <p:cNvSpPr/>
            <p:nvPr/>
          </p:nvSpPr>
          <p:spPr>
            <a:xfrm>
              <a:off x="6006622" y="1536841"/>
              <a:ext cx="379664" cy="4473691"/>
            </a:xfrm>
            <a:prstGeom prst="ellipse">
              <a:avLst/>
            </a:prstGeom>
            <a:no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45" name="Agrupar 44"/>
          <p:cNvGrpSpPr/>
          <p:nvPr/>
        </p:nvGrpSpPr>
        <p:grpSpPr>
          <a:xfrm>
            <a:off x="2330686" y="1536843"/>
            <a:ext cx="4977173" cy="4473692"/>
            <a:chOff x="1409113" y="1536841"/>
            <a:chExt cx="4977173" cy="4473692"/>
          </a:xfrm>
        </p:grpSpPr>
        <p:sp>
          <p:nvSpPr>
            <p:cNvPr id="46" name="Elipse 45"/>
            <p:cNvSpPr/>
            <p:nvPr/>
          </p:nvSpPr>
          <p:spPr>
            <a:xfrm>
              <a:off x="1409113" y="1536842"/>
              <a:ext cx="379664" cy="4473691"/>
            </a:xfrm>
            <a:prstGeom prst="ellipse">
              <a:avLst/>
            </a:prstGeom>
            <a:no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7" name="Elipse 46"/>
            <p:cNvSpPr/>
            <p:nvPr/>
          </p:nvSpPr>
          <p:spPr>
            <a:xfrm>
              <a:off x="3699101" y="1536842"/>
              <a:ext cx="379664" cy="4473691"/>
            </a:xfrm>
            <a:prstGeom prst="ellipse">
              <a:avLst/>
            </a:prstGeom>
            <a:no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8" name="Elipse 47"/>
            <p:cNvSpPr/>
            <p:nvPr/>
          </p:nvSpPr>
          <p:spPr>
            <a:xfrm>
              <a:off x="6006622" y="1536841"/>
              <a:ext cx="379664" cy="4473691"/>
            </a:xfrm>
            <a:prstGeom prst="ellipse">
              <a:avLst/>
            </a:prstGeom>
            <a:no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49" name="Agrupar 48"/>
          <p:cNvGrpSpPr/>
          <p:nvPr/>
        </p:nvGrpSpPr>
        <p:grpSpPr>
          <a:xfrm>
            <a:off x="2777880" y="1536844"/>
            <a:ext cx="4977173" cy="4473692"/>
            <a:chOff x="1409113" y="1536841"/>
            <a:chExt cx="4977173" cy="4473692"/>
          </a:xfrm>
        </p:grpSpPr>
        <p:sp>
          <p:nvSpPr>
            <p:cNvPr id="50" name="Elipse 49"/>
            <p:cNvSpPr/>
            <p:nvPr/>
          </p:nvSpPr>
          <p:spPr>
            <a:xfrm>
              <a:off x="1409113" y="1536842"/>
              <a:ext cx="379664" cy="4473691"/>
            </a:xfrm>
            <a:prstGeom prst="ellipse">
              <a:avLst/>
            </a:prstGeom>
            <a:no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1" name="Elipse 50"/>
            <p:cNvSpPr/>
            <p:nvPr/>
          </p:nvSpPr>
          <p:spPr>
            <a:xfrm>
              <a:off x="3699101" y="1536842"/>
              <a:ext cx="379664" cy="4473691"/>
            </a:xfrm>
            <a:prstGeom prst="ellipse">
              <a:avLst/>
            </a:prstGeom>
            <a:no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2" name="Elipse 51"/>
            <p:cNvSpPr/>
            <p:nvPr/>
          </p:nvSpPr>
          <p:spPr>
            <a:xfrm>
              <a:off x="6006622" y="1536841"/>
              <a:ext cx="379664" cy="4473691"/>
            </a:xfrm>
            <a:prstGeom prst="ellipse">
              <a:avLst/>
            </a:prstGeom>
            <a:no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53" name="Agrupar 52"/>
          <p:cNvGrpSpPr/>
          <p:nvPr/>
        </p:nvGrpSpPr>
        <p:grpSpPr>
          <a:xfrm>
            <a:off x="3252486" y="1536845"/>
            <a:ext cx="4977173" cy="4473692"/>
            <a:chOff x="1409113" y="1536841"/>
            <a:chExt cx="4977173" cy="4473692"/>
          </a:xfrm>
        </p:grpSpPr>
        <p:sp>
          <p:nvSpPr>
            <p:cNvPr id="54" name="Elipse 53"/>
            <p:cNvSpPr/>
            <p:nvPr/>
          </p:nvSpPr>
          <p:spPr>
            <a:xfrm>
              <a:off x="1409113" y="1536842"/>
              <a:ext cx="379664" cy="4473691"/>
            </a:xfrm>
            <a:prstGeom prst="ellipse">
              <a:avLst/>
            </a:prstGeom>
            <a:no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5" name="Elipse 54"/>
            <p:cNvSpPr/>
            <p:nvPr/>
          </p:nvSpPr>
          <p:spPr>
            <a:xfrm>
              <a:off x="3699101" y="1536842"/>
              <a:ext cx="379664" cy="4473691"/>
            </a:xfrm>
            <a:prstGeom prst="ellipse">
              <a:avLst/>
            </a:prstGeom>
            <a:no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6" name="Elipse 55"/>
            <p:cNvSpPr/>
            <p:nvPr/>
          </p:nvSpPr>
          <p:spPr>
            <a:xfrm>
              <a:off x="6006622" y="1536841"/>
              <a:ext cx="379664" cy="4473691"/>
            </a:xfrm>
            <a:prstGeom prst="ellipse">
              <a:avLst/>
            </a:prstGeom>
            <a:no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33439511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0CD1F-DF31-2B47-B9C0-AAD6CC852762}" type="slidenum">
              <a:rPr lang="es-ES" smtClean="0"/>
              <a:t>11</a:t>
            </a:fld>
            <a:endParaRPr lang="es-ES" dirty="0"/>
          </a:p>
        </p:txBody>
      </p:sp>
      <p:sp>
        <p:nvSpPr>
          <p:cNvPr id="8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5481537" cy="1143000"/>
          </a:xfrm>
        </p:spPr>
        <p:txBody>
          <a:bodyPr/>
          <a:lstStyle/>
          <a:p>
            <a:r>
              <a:rPr lang="es-ES" dirty="0" err="1"/>
              <a:t>Matrix</a:t>
            </a:r>
            <a:r>
              <a:rPr lang="es-ES" dirty="0"/>
              <a:t> </a:t>
            </a:r>
            <a:r>
              <a:rPr lang="es-ES" dirty="0" err="1"/>
              <a:t>Norm</a:t>
            </a:r>
            <a:r>
              <a:rPr lang="es-ES" dirty="0"/>
              <a:t>: </a:t>
            </a:r>
            <a:endParaRPr lang="en-GB" dirty="0"/>
          </a:p>
        </p:txBody>
      </p:sp>
      <p:graphicFrame>
        <p:nvGraphicFramePr>
          <p:cNvPr id="9" name="Objeto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60123053"/>
              </p:ext>
            </p:extLst>
          </p:nvPr>
        </p:nvGraphicFramePr>
        <p:xfrm>
          <a:off x="5052016" y="424826"/>
          <a:ext cx="2117330" cy="9435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2" imgW="1168400" imgH="520700" progId="Equation.3">
                  <p:embed/>
                </p:oleObj>
              </mc:Choice>
              <mc:Fallback>
                <p:oleObj name="Ecuación" r:id="rId2" imgW="1168400" imgH="5207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052016" y="424826"/>
                        <a:ext cx="2117330" cy="94359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CuadroTexto 10"/>
          <p:cNvSpPr txBox="1"/>
          <p:nvPr/>
        </p:nvSpPr>
        <p:spPr>
          <a:xfrm>
            <a:off x="3058806" y="1547354"/>
            <a:ext cx="2414849" cy="233444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 anchor="t" anchorCtr="0">
            <a:noAutofit/>
          </a:bodyPr>
          <a:lstStyle/>
          <a:p>
            <a:pPr algn="ctr"/>
            <a:r>
              <a:rPr lang="en-GB" sz="140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entury"/>
                <a:cs typeface="Century"/>
              </a:rPr>
              <a:t>Shared Memory</a:t>
            </a:r>
          </a:p>
        </p:txBody>
      </p:sp>
      <p:sp>
        <p:nvSpPr>
          <p:cNvPr id="13" name="6 Rectángulo"/>
          <p:cNvSpPr/>
          <p:nvPr/>
        </p:nvSpPr>
        <p:spPr>
          <a:xfrm>
            <a:off x="3069891" y="3997433"/>
            <a:ext cx="2403763" cy="1986268"/>
          </a:xfrm>
          <a:prstGeom prst="rect">
            <a:avLst/>
          </a:prstGeom>
          <a:noFill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graphicFrame>
        <p:nvGraphicFramePr>
          <p:cNvPr id="16" name="Marcador de contenido 1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20769237"/>
              </p:ext>
            </p:extLst>
          </p:nvPr>
        </p:nvGraphicFramePr>
        <p:xfrm>
          <a:off x="3141442" y="1945672"/>
          <a:ext cx="223383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67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67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67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67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4676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98738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8738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8738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8738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8738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20" name="Agrupar 19"/>
          <p:cNvGrpSpPr/>
          <p:nvPr/>
        </p:nvGrpSpPr>
        <p:grpSpPr>
          <a:xfrm>
            <a:off x="3210853" y="2119786"/>
            <a:ext cx="268317" cy="2253950"/>
            <a:chOff x="3210853" y="2119786"/>
            <a:chExt cx="268317" cy="2343392"/>
          </a:xfrm>
        </p:grpSpPr>
        <p:sp>
          <p:nvSpPr>
            <p:cNvPr id="17" name="Elipse 16"/>
            <p:cNvSpPr/>
            <p:nvPr/>
          </p:nvSpPr>
          <p:spPr>
            <a:xfrm>
              <a:off x="3210853" y="4203795"/>
              <a:ext cx="268317" cy="259383"/>
            </a:xfrm>
            <a:prstGeom prst="ellipse">
              <a:avLst/>
            </a:prstGeom>
            <a:no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19" name="Conector recto de flecha 18"/>
            <p:cNvCxnSpPr>
              <a:stCxn id="17" idx="0"/>
            </p:cNvCxnSpPr>
            <p:nvPr/>
          </p:nvCxnSpPr>
          <p:spPr>
            <a:xfrm flipV="1">
              <a:off x="3345012" y="2119786"/>
              <a:ext cx="17887" cy="2084009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5 Rectángulo"/>
          <p:cNvSpPr/>
          <p:nvPr/>
        </p:nvSpPr>
        <p:spPr>
          <a:xfrm>
            <a:off x="3197968" y="4009520"/>
            <a:ext cx="2549006" cy="211978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  <a:spcAft>
                <a:spcPts val="200"/>
              </a:spcAft>
            </a:pPr>
            <a:r>
              <a:rPr lang="es-ES" sz="1400" dirty="0">
                <a:solidFill>
                  <a:schemeClr val="tx1"/>
                </a:solidFill>
              </a:rPr>
              <a:t>x	x	x	x	x	</a:t>
            </a:r>
          </a:p>
          <a:p>
            <a:pPr algn="ctr">
              <a:lnSpc>
                <a:spcPct val="150000"/>
              </a:lnSpc>
              <a:spcBef>
                <a:spcPts val="100"/>
              </a:spcBef>
              <a:spcAft>
                <a:spcPts val="200"/>
              </a:spcAft>
            </a:pPr>
            <a:r>
              <a:rPr lang="es-ES" sz="1400" dirty="0">
                <a:solidFill>
                  <a:schemeClr val="tx1"/>
                </a:solidFill>
              </a:rPr>
              <a:t>x	x	x	x	x	</a:t>
            </a:r>
          </a:p>
          <a:p>
            <a:pPr algn="ctr">
              <a:lnSpc>
                <a:spcPct val="150000"/>
              </a:lnSpc>
              <a:spcBef>
                <a:spcPts val="100"/>
              </a:spcBef>
              <a:spcAft>
                <a:spcPts val="200"/>
              </a:spcAft>
            </a:pPr>
            <a:r>
              <a:rPr lang="es-ES" sz="1400" dirty="0">
                <a:solidFill>
                  <a:schemeClr val="tx1"/>
                </a:solidFill>
              </a:rPr>
              <a:t>x	x	x	x	x	</a:t>
            </a:r>
          </a:p>
          <a:p>
            <a:pPr algn="ctr">
              <a:lnSpc>
                <a:spcPct val="150000"/>
              </a:lnSpc>
              <a:spcBef>
                <a:spcPts val="100"/>
              </a:spcBef>
              <a:spcAft>
                <a:spcPts val="200"/>
              </a:spcAft>
            </a:pPr>
            <a:r>
              <a:rPr lang="es-ES" sz="1400" dirty="0">
                <a:solidFill>
                  <a:schemeClr val="tx1"/>
                </a:solidFill>
              </a:rPr>
              <a:t>x	x	x	x	x	</a:t>
            </a:r>
          </a:p>
          <a:p>
            <a:pPr algn="ctr">
              <a:lnSpc>
                <a:spcPct val="150000"/>
              </a:lnSpc>
              <a:spcBef>
                <a:spcPts val="100"/>
              </a:spcBef>
              <a:spcAft>
                <a:spcPts val="200"/>
              </a:spcAft>
            </a:pPr>
            <a:r>
              <a:rPr lang="es-ES" sz="1400" dirty="0">
                <a:solidFill>
                  <a:schemeClr val="tx1"/>
                </a:solidFill>
              </a:rPr>
              <a:t>x	x	x	x	x	</a:t>
            </a:r>
          </a:p>
          <a:p>
            <a:pPr algn="ctr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2915009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-3.7037E-7 C -2.5E-6 -0.10347 -2.5E-6 -0.20694 -2.5E-6 -0.31042 " pathEditMode="relative" rAng="0" ptsTypes="AA">
                                      <p:cBhvr>
                                        <p:cTn id="12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553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0CD1F-DF31-2B47-B9C0-AAD6CC852762}" type="slidenum">
              <a:rPr lang="es-ES" smtClean="0"/>
              <a:t>12</a:t>
            </a:fld>
            <a:endParaRPr lang="es-ES" dirty="0"/>
          </a:p>
        </p:txBody>
      </p:sp>
      <p:sp>
        <p:nvSpPr>
          <p:cNvPr id="8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5481537" cy="1143000"/>
          </a:xfrm>
        </p:spPr>
        <p:txBody>
          <a:bodyPr/>
          <a:lstStyle/>
          <a:p>
            <a:r>
              <a:rPr lang="es-ES" dirty="0" err="1"/>
              <a:t>Matrix</a:t>
            </a:r>
            <a:r>
              <a:rPr lang="es-ES" dirty="0"/>
              <a:t> </a:t>
            </a:r>
            <a:r>
              <a:rPr lang="es-ES" dirty="0" err="1"/>
              <a:t>Norm</a:t>
            </a:r>
            <a:r>
              <a:rPr lang="es-ES" dirty="0"/>
              <a:t>: </a:t>
            </a:r>
            <a:endParaRPr lang="en-GB" dirty="0"/>
          </a:p>
        </p:txBody>
      </p:sp>
      <p:graphicFrame>
        <p:nvGraphicFramePr>
          <p:cNvPr id="9" name="Objeto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15517458"/>
              </p:ext>
            </p:extLst>
          </p:nvPr>
        </p:nvGraphicFramePr>
        <p:xfrm>
          <a:off x="5052016" y="424826"/>
          <a:ext cx="2117330" cy="9435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2" imgW="1168400" imgH="520700" progId="Equation.3">
                  <p:embed/>
                </p:oleObj>
              </mc:Choice>
              <mc:Fallback>
                <p:oleObj name="Ecuación" r:id="rId2" imgW="1168400" imgH="5207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052016" y="424826"/>
                        <a:ext cx="2117330" cy="94359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CuadroTexto 13"/>
          <p:cNvSpPr txBox="1"/>
          <p:nvPr/>
        </p:nvSpPr>
        <p:spPr>
          <a:xfrm>
            <a:off x="467858" y="1828180"/>
            <a:ext cx="8218942" cy="43396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b="1" dirty="0">
                <a:latin typeface="Courier New"/>
                <a:cs typeface="Courier New"/>
              </a:rPr>
              <a:t>__global__ void </a:t>
            </a:r>
            <a:r>
              <a:rPr lang="en-GB" sz="1200" b="1" dirty="0" err="1">
                <a:latin typeface="Courier New"/>
                <a:cs typeface="Courier New"/>
              </a:rPr>
              <a:t>matrixnormFro</a:t>
            </a:r>
            <a:r>
              <a:rPr lang="en-GB" sz="1200" b="1" dirty="0">
                <a:latin typeface="Courier New"/>
                <a:cs typeface="Courier New"/>
              </a:rPr>
              <a:t>( unsigned </a:t>
            </a:r>
            <a:r>
              <a:rPr lang="en-GB" sz="1200" b="1" err="1">
                <a:latin typeface="Courier New"/>
                <a:cs typeface="Courier New"/>
              </a:rPr>
              <a:t>int</a:t>
            </a:r>
            <a:r>
              <a:rPr lang="en-GB" sz="1200" b="1">
                <a:latin typeface="Courier New"/>
                <a:cs typeface="Courier New"/>
              </a:rPr>
              <a:t> m, </a:t>
            </a:r>
            <a:r>
              <a:rPr lang="en-GB" sz="1200" b="1" dirty="0">
                <a:latin typeface="Courier New"/>
                <a:cs typeface="Courier New"/>
              </a:rPr>
              <a:t>unsigned </a:t>
            </a:r>
            <a:r>
              <a:rPr lang="en-GB" sz="1200" b="1" err="1">
                <a:latin typeface="Courier New"/>
                <a:cs typeface="Courier New"/>
              </a:rPr>
              <a:t>int</a:t>
            </a:r>
            <a:r>
              <a:rPr lang="en-GB" sz="1200" b="1">
                <a:latin typeface="Courier New"/>
                <a:cs typeface="Courier New"/>
              </a:rPr>
              <a:t> n, </a:t>
            </a:r>
            <a:r>
              <a:rPr lang="en-GB" sz="1200" b="1" dirty="0">
                <a:latin typeface="Courier New"/>
                <a:cs typeface="Courier New"/>
              </a:rPr>
              <a:t>double </a:t>
            </a:r>
            <a:r>
              <a:rPr lang="en-GB" sz="1200" b="1">
                <a:latin typeface="Courier New"/>
                <a:cs typeface="Courier New"/>
              </a:rPr>
              <a:t>*a, </a:t>
            </a:r>
            <a:r>
              <a:rPr lang="en-GB" sz="1200" b="1" dirty="0">
                <a:latin typeface="Courier New"/>
                <a:cs typeface="Courier New"/>
              </a:rPr>
              <a:t>double* v ) {    </a:t>
            </a:r>
          </a:p>
          <a:p>
            <a:r>
              <a:rPr lang="en-GB" sz="1200" b="1" dirty="0">
                <a:latin typeface="Courier New"/>
                <a:cs typeface="Courier New"/>
              </a:rPr>
              <a:t>  </a:t>
            </a:r>
            <a:r>
              <a:rPr lang="en-GB" sz="1200" b="1" dirty="0" err="1">
                <a:latin typeface="Courier New"/>
                <a:cs typeface="Courier New"/>
              </a:rPr>
              <a:t>int</a:t>
            </a:r>
            <a:r>
              <a:rPr lang="en-GB" sz="1200" b="1" dirty="0">
                <a:latin typeface="Courier New"/>
                <a:cs typeface="Courier New"/>
              </a:rPr>
              <a:t> </a:t>
            </a:r>
            <a:r>
              <a:rPr lang="en-GB" sz="1200" b="1" dirty="0" err="1">
                <a:latin typeface="Courier New"/>
                <a:cs typeface="Courier New"/>
              </a:rPr>
              <a:t>i</a:t>
            </a:r>
            <a:r>
              <a:rPr lang="en-GB" sz="1200" b="1" dirty="0">
                <a:latin typeface="Courier New"/>
                <a:cs typeface="Courier New"/>
              </a:rPr>
              <a:t> = </a:t>
            </a:r>
            <a:r>
              <a:rPr lang="en-GB" sz="1200" b="1" dirty="0" err="1">
                <a:latin typeface="Courier New"/>
                <a:cs typeface="Courier New"/>
              </a:rPr>
              <a:t>blockIdx.x</a:t>
            </a:r>
            <a:r>
              <a:rPr lang="en-GB" sz="1200" b="1" dirty="0">
                <a:latin typeface="Courier New"/>
                <a:cs typeface="Courier New"/>
              </a:rPr>
              <a:t> * </a:t>
            </a:r>
            <a:r>
              <a:rPr lang="en-GB" sz="1200" b="1" dirty="0" err="1">
                <a:latin typeface="Courier New"/>
                <a:cs typeface="Courier New"/>
              </a:rPr>
              <a:t>blockDim.x</a:t>
            </a:r>
            <a:r>
              <a:rPr lang="en-GB" sz="1200" b="1" dirty="0">
                <a:latin typeface="Courier New"/>
                <a:cs typeface="Courier New"/>
              </a:rPr>
              <a:t> + </a:t>
            </a:r>
            <a:r>
              <a:rPr lang="en-GB" sz="1200" b="1" dirty="0" err="1">
                <a:latin typeface="Courier New"/>
                <a:cs typeface="Courier New"/>
              </a:rPr>
              <a:t>threadIdx.x</a:t>
            </a:r>
            <a:r>
              <a:rPr lang="en-GB" sz="1200" b="1" dirty="0">
                <a:latin typeface="Courier New"/>
                <a:cs typeface="Courier New"/>
              </a:rPr>
              <a:t>; // Global row index </a:t>
            </a:r>
          </a:p>
          <a:p>
            <a:r>
              <a:rPr lang="en-GB" sz="1200" b="1" dirty="0">
                <a:latin typeface="Courier New"/>
                <a:cs typeface="Courier New"/>
              </a:rPr>
              <a:t>  </a:t>
            </a:r>
            <a:r>
              <a:rPr lang="en-GB" sz="1200" b="1" err="1">
                <a:latin typeface="Courier New"/>
                <a:cs typeface="Courier New"/>
              </a:rPr>
              <a:t>int</a:t>
            </a:r>
            <a:r>
              <a:rPr lang="en-GB" sz="1200" b="1">
                <a:latin typeface="Courier New"/>
                <a:cs typeface="Courier New"/>
              </a:rPr>
              <a:t> j, </a:t>
            </a:r>
            <a:r>
              <a:rPr lang="en-GB" sz="1200" b="1" dirty="0">
                <a:latin typeface="Courier New"/>
                <a:cs typeface="Courier New"/>
              </a:rPr>
              <a:t>index;</a:t>
            </a:r>
          </a:p>
          <a:p>
            <a:r>
              <a:rPr lang="en-GB" sz="1200" b="1" dirty="0">
                <a:latin typeface="Courier New"/>
                <a:cs typeface="Courier New"/>
              </a:rPr>
              <a:t>  double local = 0.0;   </a:t>
            </a:r>
          </a:p>
          <a:p>
            <a:endParaRPr lang="en-GB" sz="1200" b="1" dirty="0">
              <a:latin typeface="Courier New"/>
              <a:cs typeface="Courier New"/>
            </a:endParaRPr>
          </a:p>
          <a:p>
            <a:r>
              <a:rPr lang="en-GB" sz="1200" b="1" dirty="0">
                <a:latin typeface="Courier New"/>
                <a:cs typeface="Courier New"/>
              </a:rPr>
              <a:t>  __shared__ double shared[BLOCKSIZE][BLOCKSIZE];    </a:t>
            </a:r>
          </a:p>
          <a:p>
            <a:r>
              <a:rPr lang="en-GB" sz="1200" b="1" dirty="0">
                <a:latin typeface="Courier New"/>
                <a:cs typeface="Courier New"/>
              </a:rPr>
              <a:t>  </a:t>
            </a:r>
          </a:p>
          <a:p>
            <a:r>
              <a:rPr lang="en-GB" sz="1200" b="1" dirty="0">
                <a:latin typeface="Courier New"/>
                <a:cs typeface="Courier New"/>
              </a:rPr>
              <a:t>  if( </a:t>
            </a:r>
            <a:r>
              <a:rPr lang="en-GB" sz="1200" b="1" dirty="0" err="1">
                <a:latin typeface="Courier New"/>
                <a:cs typeface="Courier New"/>
              </a:rPr>
              <a:t>i</a:t>
            </a:r>
            <a:r>
              <a:rPr lang="en-GB" sz="1200" b="1" dirty="0">
                <a:latin typeface="Courier New"/>
                <a:cs typeface="Courier New"/>
              </a:rPr>
              <a:t>&lt;m ) {</a:t>
            </a:r>
          </a:p>
          <a:p>
            <a:r>
              <a:rPr lang="en-GB" sz="1200" b="1" dirty="0">
                <a:latin typeface="Courier New"/>
                <a:cs typeface="Courier New"/>
              </a:rPr>
              <a:t>    for( </a:t>
            </a:r>
            <a:r>
              <a:rPr lang="en-GB" sz="1200" b="1" dirty="0" err="1">
                <a:latin typeface="Courier New"/>
                <a:cs typeface="Courier New"/>
              </a:rPr>
              <a:t>int</a:t>
            </a:r>
            <a:r>
              <a:rPr lang="en-GB" sz="1200" b="1" dirty="0">
                <a:latin typeface="Courier New"/>
                <a:cs typeface="Courier New"/>
              </a:rPr>
              <a:t> b=0; b&lt;n; b+=BLOCKSIZE ) {</a:t>
            </a:r>
          </a:p>
          <a:p>
            <a:r>
              <a:rPr lang="en-GB" sz="1200" b="1" dirty="0">
                <a:latin typeface="Courier New"/>
                <a:cs typeface="Courier New"/>
              </a:rPr>
              <a:t>      j = </a:t>
            </a:r>
            <a:r>
              <a:rPr lang="en-GB" sz="1200" b="1" dirty="0" err="1">
                <a:latin typeface="Courier New"/>
                <a:cs typeface="Courier New"/>
              </a:rPr>
              <a:t>threadIdx.y</a:t>
            </a:r>
            <a:r>
              <a:rPr lang="en-GB" sz="1200" b="1" dirty="0">
                <a:latin typeface="Courier New"/>
                <a:cs typeface="Courier New"/>
              </a:rPr>
              <a:t> + b; // Global column index</a:t>
            </a:r>
          </a:p>
          <a:p>
            <a:r>
              <a:rPr lang="en-GB" sz="1200" b="1" dirty="0">
                <a:latin typeface="Courier New"/>
                <a:cs typeface="Courier New"/>
              </a:rPr>
              <a:t>      if( j&lt;n ) {</a:t>
            </a:r>
          </a:p>
          <a:p>
            <a:r>
              <a:rPr lang="en-GB" sz="1200" b="1" dirty="0">
                <a:latin typeface="Courier New"/>
                <a:cs typeface="Courier New"/>
              </a:rPr>
              <a:t>        index = j * m + </a:t>
            </a:r>
            <a:r>
              <a:rPr lang="en-GB" sz="1200" b="1" dirty="0" err="1">
                <a:latin typeface="Courier New"/>
                <a:cs typeface="Courier New"/>
              </a:rPr>
              <a:t>i</a:t>
            </a:r>
            <a:r>
              <a:rPr lang="en-GB" sz="1200" b="1" dirty="0">
                <a:latin typeface="Courier New"/>
                <a:cs typeface="Courier New"/>
              </a:rPr>
              <a:t>;</a:t>
            </a:r>
          </a:p>
          <a:p>
            <a:r>
              <a:rPr lang="en-GB" sz="1200" b="1" dirty="0">
                <a:latin typeface="Courier New"/>
                <a:cs typeface="Courier New"/>
              </a:rPr>
              <a:t>        local += ( a[ index ] * a[ index ] );</a:t>
            </a:r>
          </a:p>
          <a:p>
            <a:r>
              <a:rPr lang="en-GB" sz="1200" b="1" dirty="0">
                <a:latin typeface="Courier New"/>
                <a:cs typeface="Courier New"/>
              </a:rPr>
              <a:t>      }</a:t>
            </a:r>
          </a:p>
          <a:p>
            <a:r>
              <a:rPr lang="en-GB" sz="1200" b="1" dirty="0">
                <a:latin typeface="Courier New"/>
                <a:cs typeface="Courier New"/>
              </a:rPr>
              <a:t>    }</a:t>
            </a:r>
          </a:p>
          <a:p>
            <a:r>
              <a:rPr lang="en-GB" sz="1200" b="1" dirty="0">
                <a:latin typeface="Courier New"/>
                <a:cs typeface="Courier New"/>
              </a:rPr>
              <a:t>    shared[</a:t>
            </a:r>
            <a:r>
              <a:rPr lang="en-GB" sz="1200" b="1" dirty="0" err="1">
                <a:latin typeface="Courier New"/>
                <a:cs typeface="Courier New"/>
              </a:rPr>
              <a:t>threadIdx.x</a:t>
            </a:r>
            <a:r>
              <a:rPr lang="en-GB" sz="1200" b="1" dirty="0">
                <a:latin typeface="Courier New"/>
                <a:cs typeface="Courier New"/>
              </a:rPr>
              <a:t>][</a:t>
            </a:r>
            <a:r>
              <a:rPr lang="en-GB" sz="1200" b="1" dirty="0" err="1">
                <a:latin typeface="Courier New"/>
                <a:cs typeface="Courier New"/>
              </a:rPr>
              <a:t>threadIdx.y</a:t>
            </a:r>
            <a:r>
              <a:rPr lang="en-GB" sz="1200" b="1" dirty="0">
                <a:latin typeface="Courier New"/>
                <a:cs typeface="Courier New"/>
              </a:rPr>
              <a:t>] = local;</a:t>
            </a:r>
          </a:p>
          <a:p>
            <a:r>
              <a:rPr lang="en-GB" sz="1200" b="1" dirty="0">
                <a:latin typeface="Courier New"/>
                <a:cs typeface="Courier New"/>
              </a:rPr>
              <a:t>    __</a:t>
            </a:r>
            <a:r>
              <a:rPr lang="en-GB" sz="1200" b="1" dirty="0" err="1">
                <a:latin typeface="Courier New"/>
                <a:cs typeface="Courier New"/>
              </a:rPr>
              <a:t>syncthreads</a:t>
            </a:r>
            <a:r>
              <a:rPr lang="en-GB" sz="1200" b="1" dirty="0">
                <a:latin typeface="Courier New"/>
                <a:cs typeface="Courier New"/>
              </a:rPr>
              <a:t>();</a:t>
            </a:r>
          </a:p>
          <a:p>
            <a:r>
              <a:rPr lang="en-GB" sz="1200" b="1" dirty="0">
                <a:latin typeface="Courier New"/>
                <a:cs typeface="Courier New"/>
              </a:rPr>
              <a:t>    </a:t>
            </a:r>
          </a:p>
          <a:p>
            <a:r>
              <a:rPr lang="en-GB" sz="1200" b="1" dirty="0">
                <a:latin typeface="Courier New"/>
                <a:cs typeface="Courier New"/>
              </a:rPr>
              <a:t>    ...</a:t>
            </a:r>
          </a:p>
          <a:p>
            <a:endParaRPr lang="en-GB" sz="1200" b="1" dirty="0">
              <a:latin typeface="Courier New"/>
              <a:cs typeface="Courier New"/>
            </a:endParaRPr>
          </a:p>
          <a:p>
            <a:r>
              <a:rPr lang="en-GB" sz="1200" b="1" dirty="0">
                <a:latin typeface="Courier New"/>
                <a:cs typeface="Courier New"/>
              </a:rPr>
              <a:t>  } </a:t>
            </a:r>
          </a:p>
          <a:p>
            <a:endParaRPr lang="en-GB" sz="1200" b="1" dirty="0">
              <a:latin typeface="Courier New"/>
              <a:cs typeface="Courier New"/>
            </a:endParaRPr>
          </a:p>
          <a:p>
            <a:r>
              <a:rPr lang="en-GB" sz="1200" b="1" dirty="0">
                <a:latin typeface="Courier New"/>
                <a:cs typeface="Courier New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6491877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0CD1F-DF31-2B47-B9C0-AAD6CC852762}" type="slidenum">
              <a:rPr lang="es-ES" smtClean="0"/>
              <a:t>13</a:t>
            </a:fld>
            <a:endParaRPr lang="es-ES" dirty="0"/>
          </a:p>
        </p:txBody>
      </p:sp>
      <p:sp>
        <p:nvSpPr>
          <p:cNvPr id="8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5481537" cy="1143000"/>
          </a:xfrm>
        </p:spPr>
        <p:txBody>
          <a:bodyPr/>
          <a:lstStyle/>
          <a:p>
            <a:r>
              <a:rPr lang="es-ES" dirty="0" err="1"/>
              <a:t>Matrix</a:t>
            </a:r>
            <a:r>
              <a:rPr lang="es-ES" dirty="0"/>
              <a:t> </a:t>
            </a:r>
            <a:r>
              <a:rPr lang="es-ES" dirty="0" err="1"/>
              <a:t>Norm</a:t>
            </a:r>
            <a:r>
              <a:rPr lang="es-ES" dirty="0"/>
              <a:t>: </a:t>
            </a:r>
            <a:endParaRPr lang="en-GB" dirty="0"/>
          </a:p>
        </p:txBody>
      </p:sp>
      <p:graphicFrame>
        <p:nvGraphicFramePr>
          <p:cNvPr id="9" name="Objeto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01045537"/>
              </p:ext>
            </p:extLst>
          </p:nvPr>
        </p:nvGraphicFramePr>
        <p:xfrm>
          <a:off x="5052016" y="424826"/>
          <a:ext cx="2117330" cy="9435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2" imgW="1168400" imgH="520700" progId="Equation.3">
                  <p:embed/>
                </p:oleObj>
              </mc:Choice>
              <mc:Fallback>
                <p:oleObj name="Ecuación" r:id="rId2" imgW="1168400" imgH="5207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052016" y="424826"/>
                        <a:ext cx="2117330" cy="94359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CuadroTexto 10"/>
          <p:cNvSpPr txBox="1"/>
          <p:nvPr/>
        </p:nvSpPr>
        <p:spPr>
          <a:xfrm>
            <a:off x="2869913" y="2280782"/>
            <a:ext cx="2414849" cy="233444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 anchor="t" anchorCtr="0">
            <a:noAutofit/>
          </a:bodyPr>
          <a:lstStyle/>
          <a:p>
            <a:pPr algn="ctr"/>
            <a:r>
              <a:rPr lang="en-GB" sz="140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entury"/>
                <a:cs typeface="Century"/>
              </a:rPr>
              <a:t>Shared Memory</a:t>
            </a:r>
          </a:p>
        </p:txBody>
      </p:sp>
      <p:graphicFrame>
        <p:nvGraphicFramePr>
          <p:cNvPr id="16" name="Marcador de contenido 1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03870747"/>
              </p:ext>
            </p:extLst>
          </p:nvPr>
        </p:nvGraphicFramePr>
        <p:xfrm>
          <a:off x="2960423" y="2679100"/>
          <a:ext cx="223383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67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67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67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67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4676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98738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8738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8738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8738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8738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5 Rectángulo"/>
          <p:cNvSpPr/>
          <p:nvPr/>
        </p:nvSpPr>
        <p:spPr>
          <a:xfrm>
            <a:off x="2987256" y="2601485"/>
            <a:ext cx="2549006" cy="211978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  <a:spcAft>
                <a:spcPts val="200"/>
              </a:spcAft>
            </a:pPr>
            <a:r>
              <a:rPr lang="es-ES" sz="1400" dirty="0">
                <a:solidFill>
                  <a:schemeClr val="tx1"/>
                </a:solidFill>
              </a:rPr>
              <a:t>x	x	x	x	x	</a:t>
            </a:r>
          </a:p>
          <a:p>
            <a:pPr algn="ctr">
              <a:lnSpc>
                <a:spcPct val="150000"/>
              </a:lnSpc>
              <a:spcBef>
                <a:spcPts val="100"/>
              </a:spcBef>
              <a:spcAft>
                <a:spcPts val="200"/>
              </a:spcAft>
            </a:pPr>
            <a:r>
              <a:rPr lang="es-ES" sz="1400" dirty="0">
                <a:solidFill>
                  <a:schemeClr val="tx1"/>
                </a:solidFill>
              </a:rPr>
              <a:t>x	x	x	x	x	</a:t>
            </a:r>
          </a:p>
          <a:p>
            <a:pPr algn="ctr">
              <a:lnSpc>
                <a:spcPct val="150000"/>
              </a:lnSpc>
              <a:spcBef>
                <a:spcPts val="100"/>
              </a:spcBef>
              <a:spcAft>
                <a:spcPts val="200"/>
              </a:spcAft>
            </a:pPr>
            <a:r>
              <a:rPr lang="es-ES" sz="1400" dirty="0">
                <a:solidFill>
                  <a:schemeClr val="tx1"/>
                </a:solidFill>
              </a:rPr>
              <a:t>x	x	x	x	x	</a:t>
            </a:r>
          </a:p>
          <a:p>
            <a:pPr algn="ctr">
              <a:lnSpc>
                <a:spcPct val="150000"/>
              </a:lnSpc>
              <a:spcBef>
                <a:spcPts val="100"/>
              </a:spcBef>
              <a:spcAft>
                <a:spcPts val="200"/>
              </a:spcAft>
            </a:pPr>
            <a:r>
              <a:rPr lang="es-ES" sz="1400" dirty="0">
                <a:solidFill>
                  <a:schemeClr val="tx1"/>
                </a:solidFill>
              </a:rPr>
              <a:t>x	x	x	x	x	</a:t>
            </a:r>
          </a:p>
          <a:p>
            <a:pPr algn="ctr">
              <a:lnSpc>
                <a:spcPct val="150000"/>
              </a:lnSpc>
              <a:spcBef>
                <a:spcPts val="100"/>
              </a:spcBef>
              <a:spcAft>
                <a:spcPts val="200"/>
              </a:spcAft>
            </a:pPr>
            <a:r>
              <a:rPr lang="es-ES" sz="1400" dirty="0">
                <a:solidFill>
                  <a:schemeClr val="tx1"/>
                </a:solidFill>
              </a:rPr>
              <a:t>x	x	x	x	x	</a:t>
            </a:r>
          </a:p>
          <a:p>
            <a:pPr algn="ctr"/>
            <a:endParaRPr lang="es-ES" dirty="0"/>
          </a:p>
        </p:txBody>
      </p:sp>
      <p:grpSp>
        <p:nvGrpSpPr>
          <p:cNvPr id="12" name="Agrupar 11"/>
          <p:cNvGrpSpPr/>
          <p:nvPr/>
        </p:nvGrpSpPr>
        <p:grpSpPr>
          <a:xfrm>
            <a:off x="939108" y="2586627"/>
            <a:ext cx="2363497" cy="2013746"/>
            <a:chOff x="939108" y="2586627"/>
            <a:chExt cx="2363497" cy="2013746"/>
          </a:xfrm>
        </p:grpSpPr>
        <p:sp>
          <p:nvSpPr>
            <p:cNvPr id="2" name="Elipse 1"/>
            <p:cNvSpPr/>
            <p:nvPr/>
          </p:nvSpPr>
          <p:spPr>
            <a:xfrm>
              <a:off x="3034289" y="2586627"/>
              <a:ext cx="268316" cy="2013746"/>
            </a:xfrm>
            <a:prstGeom prst="ellipse">
              <a:avLst/>
            </a:prstGeom>
            <a:no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" name="CuadroTexto 2"/>
            <p:cNvSpPr txBox="1"/>
            <p:nvPr/>
          </p:nvSpPr>
          <p:spPr>
            <a:xfrm>
              <a:off x="939108" y="2679100"/>
              <a:ext cx="129284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200" dirty="0">
                  <a:latin typeface="Courier New"/>
                  <a:cs typeface="Courier New"/>
                </a:rPr>
                <a:t>Thread </a:t>
              </a:r>
              <a:r>
                <a:rPr lang="en-GB" sz="1200">
                  <a:latin typeface="Courier New"/>
                  <a:cs typeface="Courier New"/>
                </a:rPr>
                <a:t>(*,0</a:t>
              </a:r>
              <a:r>
                <a:rPr lang="en-GB" sz="1200" dirty="0">
                  <a:latin typeface="Courier New"/>
                  <a:cs typeface="Courier New"/>
                </a:rPr>
                <a:t>)</a:t>
              </a:r>
            </a:p>
          </p:txBody>
        </p:sp>
        <p:cxnSp>
          <p:nvCxnSpPr>
            <p:cNvPr id="7" name="Conector recto de flecha 6"/>
            <p:cNvCxnSpPr>
              <a:cxnSpLocks/>
            </p:cNvCxnSpPr>
            <p:nvPr/>
          </p:nvCxnSpPr>
          <p:spPr>
            <a:xfrm>
              <a:off x="2206540" y="2806540"/>
              <a:ext cx="841633" cy="63933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5 Rectángulo"/>
          <p:cNvSpPr/>
          <p:nvPr/>
        </p:nvSpPr>
        <p:spPr>
          <a:xfrm>
            <a:off x="4821105" y="2597614"/>
            <a:ext cx="706213" cy="211978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  <a:spcAft>
                <a:spcPts val="200"/>
              </a:spcAft>
            </a:pPr>
            <a:r>
              <a:rPr lang="es-ES" sz="1400" dirty="0">
                <a:solidFill>
                  <a:schemeClr val="tx1"/>
                </a:solidFill>
              </a:rPr>
              <a:t>x	</a:t>
            </a:r>
          </a:p>
          <a:p>
            <a:pPr algn="ctr">
              <a:lnSpc>
                <a:spcPct val="150000"/>
              </a:lnSpc>
              <a:spcBef>
                <a:spcPts val="100"/>
              </a:spcBef>
              <a:spcAft>
                <a:spcPts val="200"/>
              </a:spcAft>
            </a:pPr>
            <a:r>
              <a:rPr lang="es-ES" sz="1400" dirty="0">
                <a:solidFill>
                  <a:schemeClr val="tx1"/>
                </a:solidFill>
              </a:rPr>
              <a:t>x	</a:t>
            </a:r>
          </a:p>
          <a:p>
            <a:pPr algn="ctr">
              <a:lnSpc>
                <a:spcPct val="150000"/>
              </a:lnSpc>
              <a:spcBef>
                <a:spcPts val="100"/>
              </a:spcBef>
              <a:spcAft>
                <a:spcPts val="200"/>
              </a:spcAft>
            </a:pPr>
            <a:r>
              <a:rPr lang="es-ES" sz="1400" dirty="0">
                <a:solidFill>
                  <a:schemeClr val="tx1"/>
                </a:solidFill>
              </a:rPr>
              <a:t>x	</a:t>
            </a:r>
          </a:p>
          <a:p>
            <a:pPr algn="ctr">
              <a:lnSpc>
                <a:spcPct val="150000"/>
              </a:lnSpc>
              <a:spcBef>
                <a:spcPts val="100"/>
              </a:spcBef>
              <a:spcAft>
                <a:spcPts val="200"/>
              </a:spcAft>
            </a:pPr>
            <a:r>
              <a:rPr lang="es-ES" sz="1400" dirty="0">
                <a:solidFill>
                  <a:schemeClr val="tx1"/>
                </a:solidFill>
              </a:rPr>
              <a:t>x	</a:t>
            </a:r>
          </a:p>
          <a:p>
            <a:pPr algn="ctr">
              <a:lnSpc>
                <a:spcPct val="150000"/>
              </a:lnSpc>
              <a:spcBef>
                <a:spcPts val="100"/>
              </a:spcBef>
              <a:spcAft>
                <a:spcPts val="200"/>
              </a:spcAft>
            </a:pPr>
            <a:r>
              <a:rPr lang="es-ES" sz="1400" dirty="0">
                <a:solidFill>
                  <a:schemeClr val="tx1"/>
                </a:solidFill>
              </a:rPr>
              <a:t>x	</a:t>
            </a:r>
          </a:p>
          <a:p>
            <a:pPr algn="ctr"/>
            <a:endParaRPr lang="es-ES" dirty="0"/>
          </a:p>
        </p:txBody>
      </p:sp>
      <p:sp>
        <p:nvSpPr>
          <p:cNvPr id="14" name="5 Rectángulo"/>
          <p:cNvSpPr/>
          <p:nvPr/>
        </p:nvSpPr>
        <p:spPr>
          <a:xfrm>
            <a:off x="4383903" y="2601485"/>
            <a:ext cx="706213" cy="211978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  <a:spcAft>
                <a:spcPts val="200"/>
              </a:spcAft>
            </a:pPr>
            <a:r>
              <a:rPr lang="es-ES" sz="1400" dirty="0">
                <a:solidFill>
                  <a:schemeClr val="tx1"/>
                </a:solidFill>
              </a:rPr>
              <a:t>x	</a:t>
            </a:r>
          </a:p>
          <a:p>
            <a:pPr algn="ctr">
              <a:lnSpc>
                <a:spcPct val="150000"/>
              </a:lnSpc>
              <a:spcBef>
                <a:spcPts val="100"/>
              </a:spcBef>
              <a:spcAft>
                <a:spcPts val="200"/>
              </a:spcAft>
            </a:pPr>
            <a:r>
              <a:rPr lang="es-ES" sz="1400" dirty="0">
                <a:solidFill>
                  <a:schemeClr val="tx1"/>
                </a:solidFill>
              </a:rPr>
              <a:t>x	</a:t>
            </a:r>
          </a:p>
          <a:p>
            <a:pPr algn="ctr">
              <a:lnSpc>
                <a:spcPct val="150000"/>
              </a:lnSpc>
              <a:spcBef>
                <a:spcPts val="100"/>
              </a:spcBef>
              <a:spcAft>
                <a:spcPts val="200"/>
              </a:spcAft>
            </a:pPr>
            <a:r>
              <a:rPr lang="es-ES" sz="1400" dirty="0">
                <a:solidFill>
                  <a:schemeClr val="tx1"/>
                </a:solidFill>
              </a:rPr>
              <a:t>x	</a:t>
            </a:r>
          </a:p>
          <a:p>
            <a:pPr algn="ctr">
              <a:lnSpc>
                <a:spcPct val="150000"/>
              </a:lnSpc>
              <a:spcBef>
                <a:spcPts val="100"/>
              </a:spcBef>
              <a:spcAft>
                <a:spcPts val="200"/>
              </a:spcAft>
            </a:pPr>
            <a:r>
              <a:rPr lang="es-ES" sz="1400" dirty="0">
                <a:solidFill>
                  <a:schemeClr val="tx1"/>
                </a:solidFill>
              </a:rPr>
              <a:t>x	</a:t>
            </a:r>
          </a:p>
          <a:p>
            <a:pPr algn="ctr">
              <a:lnSpc>
                <a:spcPct val="150000"/>
              </a:lnSpc>
              <a:spcBef>
                <a:spcPts val="100"/>
              </a:spcBef>
              <a:spcAft>
                <a:spcPts val="200"/>
              </a:spcAft>
            </a:pPr>
            <a:r>
              <a:rPr lang="es-ES" sz="1400" dirty="0">
                <a:solidFill>
                  <a:schemeClr val="tx1"/>
                </a:solidFill>
              </a:rPr>
              <a:t>x	</a:t>
            </a:r>
          </a:p>
          <a:p>
            <a:pPr algn="ctr"/>
            <a:endParaRPr lang="es-ES" dirty="0"/>
          </a:p>
        </p:txBody>
      </p:sp>
      <p:sp>
        <p:nvSpPr>
          <p:cNvPr id="15" name="5 Rectángulo"/>
          <p:cNvSpPr/>
          <p:nvPr/>
        </p:nvSpPr>
        <p:spPr>
          <a:xfrm>
            <a:off x="3902465" y="2597614"/>
            <a:ext cx="706213" cy="211978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  <a:spcAft>
                <a:spcPts val="200"/>
              </a:spcAft>
            </a:pPr>
            <a:r>
              <a:rPr lang="es-ES" sz="1400" dirty="0">
                <a:solidFill>
                  <a:schemeClr val="tx1"/>
                </a:solidFill>
              </a:rPr>
              <a:t>x	</a:t>
            </a:r>
          </a:p>
          <a:p>
            <a:pPr algn="ctr">
              <a:lnSpc>
                <a:spcPct val="150000"/>
              </a:lnSpc>
              <a:spcBef>
                <a:spcPts val="100"/>
              </a:spcBef>
              <a:spcAft>
                <a:spcPts val="200"/>
              </a:spcAft>
            </a:pPr>
            <a:r>
              <a:rPr lang="es-ES" sz="1400" dirty="0">
                <a:solidFill>
                  <a:schemeClr val="tx1"/>
                </a:solidFill>
              </a:rPr>
              <a:t>x	</a:t>
            </a:r>
          </a:p>
          <a:p>
            <a:pPr algn="ctr">
              <a:lnSpc>
                <a:spcPct val="150000"/>
              </a:lnSpc>
              <a:spcBef>
                <a:spcPts val="100"/>
              </a:spcBef>
              <a:spcAft>
                <a:spcPts val="200"/>
              </a:spcAft>
            </a:pPr>
            <a:r>
              <a:rPr lang="es-ES" sz="1400" dirty="0">
                <a:solidFill>
                  <a:schemeClr val="tx1"/>
                </a:solidFill>
              </a:rPr>
              <a:t>x	</a:t>
            </a:r>
          </a:p>
          <a:p>
            <a:pPr algn="ctr">
              <a:lnSpc>
                <a:spcPct val="150000"/>
              </a:lnSpc>
              <a:spcBef>
                <a:spcPts val="100"/>
              </a:spcBef>
              <a:spcAft>
                <a:spcPts val="200"/>
              </a:spcAft>
            </a:pPr>
            <a:r>
              <a:rPr lang="es-ES" sz="1400" dirty="0">
                <a:solidFill>
                  <a:schemeClr val="tx1"/>
                </a:solidFill>
              </a:rPr>
              <a:t>x	</a:t>
            </a:r>
          </a:p>
          <a:p>
            <a:pPr algn="ctr">
              <a:lnSpc>
                <a:spcPct val="150000"/>
              </a:lnSpc>
              <a:spcBef>
                <a:spcPts val="100"/>
              </a:spcBef>
              <a:spcAft>
                <a:spcPts val="200"/>
              </a:spcAft>
            </a:pPr>
            <a:r>
              <a:rPr lang="es-ES" sz="1400" dirty="0">
                <a:solidFill>
                  <a:schemeClr val="tx1"/>
                </a:solidFill>
              </a:rPr>
              <a:t>x	</a:t>
            </a:r>
          </a:p>
          <a:p>
            <a:pPr algn="ctr"/>
            <a:endParaRPr lang="es-ES" dirty="0"/>
          </a:p>
        </p:txBody>
      </p:sp>
      <p:sp>
        <p:nvSpPr>
          <p:cNvPr id="17" name="5 Rectángulo"/>
          <p:cNvSpPr/>
          <p:nvPr/>
        </p:nvSpPr>
        <p:spPr>
          <a:xfrm>
            <a:off x="3439669" y="2601485"/>
            <a:ext cx="706213" cy="211978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  <a:spcAft>
                <a:spcPts val="200"/>
              </a:spcAft>
            </a:pPr>
            <a:r>
              <a:rPr lang="es-ES" sz="1400" dirty="0">
                <a:solidFill>
                  <a:schemeClr val="tx1"/>
                </a:solidFill>
              </a:rPr>
              <a:t>x	</a:t>
            </a:r>
          </a:p>
          <a:p>
            <a:pPr algn="ctr">
              <a:lnSpc>
                <a:spcPct val="150000"/>
              </a:lnSpc>
              <a:spcBef>
                <a:spcPts val="100"/>
              </a:spcBef>
              <a:spcAft>
                <a:spcPts val="200"/>
              </a:spcAft>
            </a:pPr>
            <a:r>
              <a:rPr lang="es-ES" sz="1400" dirty="0">
                <a:solidFill>
                  <a:schemeClr val="tx1"/>
                </a:solidFill>
              </a:rPr>
              <a:t>x	</a:t>
            </a:r>
          </a:p>
          <a:p>
            <a:pPr algn="ctr">
              <a:lnSpc>
                <a:spcPct val="150000"/>
              </a:lnSpc>
              <a:spcBef>
                <a:spcPts val="100"/>
              </a:spcBef>
              <a:spcAft>
                <a:spcPts val="200"/>
              </a:spcAft>
            </a:pPr>
            <a:r>
              <a:rPr lang="es-ES" sz="1400" dirty="0">
                <a:solidFill>
                  <a:schemeClr val="tx1"/>
                </a:solidFill>
              </a:rPr>
              <a:t>x	</a:t>
            </a:r>
          </a:p>
          <a:p>
            <a:pPr algn="ctr">
              <a:lnSpc>
                <a:spcPct val="150000"/>
              </a:lnSpc>
              <a:spcBef>
                <a:spcPts val="100"/>
              </a:spcBef>
              <a:spcAft>
                <a:spcPts val="200"/>
              </a:spcAft>
            </a:pPr>
            <a:r>
              <a:rPr lang="es-ES" sz="1400" dirty="0">
                <a:solidFill>
                  <a:schemeClr val="tx1"/>
                </a:solidFill>
              </a:rPr>
              <a:t>x	</a:t>
            </a:r>
          </a:p>
          <a:p>
            <a:pPr algn="ctr">
              <a:lnSpc>
                <a:spcPct val="150000"/>
              </a:lnSpc>
              <a:spcBef>
                <a:spcPts val="100"/>
              </a:spcBef>
              <a:spcAft>
                <a:spcPts val="200"/>
              </a:spcAft>
            </a:pPr>
            <a:r>
              <a:rPr lang="es-ES" sz="1400" dirty="0">
                <a:solidFill>
                  <a:schemeClr val="tx1"/>
                </a:solidFill>
              </a:rPr>
              <a:t>x	</a:t>
            </a:r>
          </a:p>
          <a:p>
            <a:pPr algn="ctr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3978491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38889E-6 -3.33333E-6 L -0.20261 0.00139 " pathEditMode="relative" rAng="0" ptsTypes="AA">
                                      <p:cBhvr>
                                        <p:cTn id="16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139" y="6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44444E-6 3.7037E-6 L -0.15487 0.00115 " pathEditMode="relative" rAng="0" ptsTypes="AA">
                                      <p:cBhvr>
                                        <p:cTn id="25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743" y="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22222E-6 -3.33333E-6 L -0.10209 -3.33333E-6 " pathEditMode="relative" rAng="0" ptsTypes="AA">
                                      <p:cBhvr>
                                        <p:cTn id="34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104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05556E-6 3.7037E-6 L -0.05157 3.7037E-6 " pathEditMode="relative" rAng="0" ptsTypes="AA">
                                      <p:cBhvr>
                                        <p:cTn id="43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587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7" grpId="1"/>
      <p:bldP spid="14" grpId="0"/>
      <p:bldP spid="14" grpId="1"/>
      <p:bldP spid="15" grpId="0"/>
      <p:bldP spid="15" grpId="1"/>
      <p:bldP spid="17" grpId="0"/>
      <p:bldP spid="17" grpId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0CD1F-DF31-2B47-B9C0-AAD6CC852762}" type="slidenum">
              <a:rPr lang="es-ES" smtClean="0"/>
              <a:t>14</a:t>
            </a:fld>
            <a:endParaRPr lang="es-ES" dirty="0"/>
          </a:p>
        </p:txBody>
      </p:sp>
      <p:sp>
        <p:nvSpPr>
          <p:cNvPr id="8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5481537" cy="1143000"/>
          </a:xfrm>
        </p:spPr>
        <p:txBody>
          <a:bodyPr/>
          <a:lstStyle/>
          <a:p>
            <a:r>
              <a:rPr lang="es-ES" dirty="0" err="1"/>
              <a:t>Matrix</a:t>
            </a:r>
            <a:r>
              <a:rPr lang="es-ES" dirty="0"/>
              <a:t> </a:t>
            </a:r>
            <a:r>
              <a:rPr lang="es-ES" dirty="0" err="1"/>
              <a:t>Norm</a:t>
            </a:r>
            <a:r>
              <a:rPr lang="es-ES" dirty="0"/>
              <a:t>: </a:t>
            </a:r>
            <a:endParaRPr lang="en-GB" dirty="0"/>
          </a:p>
        </p:txBody>
      </p:sp>
      <p:graphicFrame>
        <p:nvGraphicFramePr>
          <p:cNvPr id="9" name="Objeto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9950135"/>
              </p:ext>
            </p:extLst>
          </p:nvPr>
        </p:nvGraphicFramePr>
        <p:xfrm>
          <a:off x="5052016" y="424826"/>
          <a:ext cx="2117330" cy="9435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2" imgW="1168400" imgH="520700" progId="Equation.3">
                  <p:embed/>
                </p:oleObj>
              </mc:Choice>
              <mc:Fallback>
                <p:oleObj name="Ecuación" r:id="rId2" imgW="1168400" imgH="5207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052016" y="424826"/>
                        <a:ext cx="2117330" cy="94359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CuadroTexto 13"/>
          <p:cNvSpPr txBox="1"/>
          <p:nvPr/>
        </p:nvSpPr>
        <p:spPr>
          <a:xfrm>
            <a:off x="467858" y="1828180"/>
            <a:ext cx="8311289" cy="37856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b="1" dirty="0">
                <a:latin typeface="Courier New"/>
                <a:cs typeface="Courier New"/>
              </a:rPr>
              <a:t>__global__ void </a:t>
            </a:r>
            <a:r>
              <a:rPr lang="en-GB" sz="1200" b="1" dirty="0" err="1">
                <a:latin typeface="Courier New"/>
                <a:cs typeface="Courier New"/>
              </a:rPr>
              <a:t>matrixnormFro</a:t>
            </a:r>
            <a:r>
              <a:rPr lang="en-GB" sz="1200" b="1" dirty="0">
                <a:latin typeface="Courier New"/>
                <a:cs typeface="Courier New"/>
              </a:rPr>
              <a:t>( unsigned </a:t>
            </a:r>
            <a:r>
              <a:rPr lang="en-GB" sz="1200" b="1" err="1">
                <a:latin typeface="Courier New"/>
                <a:cs typeface="Courier New"/>
              </a:rPr>
              <a:t>int</a:t>
            </a:r>
            <a:r>
              <a:rPr lang="en-GB" sz="1200" b="1">
                <a:latin typeface="Courier New"/>
                <a:cs typeface="Courier New"/>
              </a:rPr>
              <a:t> m, </a:t>
            </a:r>
            <a:r>
              <a:rPr lang="en-GB" sz="1200" b="1" dirty="0">
                <a:latin typeface="Courier New"/>
                <a:cs typeface="Courier New"/>
              </a:rPr>
              <a:t>unsigned </a:t>
            </a:r>
            <a:r>
              <a:rPr lang="en-GB" sz="1200" b="1" err="1">
                <a:latin typeface="Courier New"/>
                <a:cs typeface="Courier New"/>
              </a:rPr>
              <a:t>int</a:t>
            </a:r>
            <a:r>
              <a:rPr lang="en-GB" sz="1200" b="1">
                <a:latin typeface="Courier New"/>
                <a:cs typeface="Courier New"/>
              </a:rPr>
              <a:t> n, </a:t>
            </a:r>
            <a:r>
              <a:rPr lang="en-GB" sz="1200" b="1" dirty="0">
                <a:latin typeface="Courier New"/>
                <a:cs typeface="Courier New"/>
              </a:rPr>
              <a:t>double </a:t>
            </a:r>
            <a:r>
              <a:rPr lang="en-GB" sz="1200" b="1">
                <a:latin typeface="Courier New"/>
                <a:cs typeface="Courier New"/>
              </a:rPr>
              <a:t>*a, </a:t>
            </a:r>
            <a:r>
              <a:rPr lang="en-GB" sz="1200" b="1" dirty="0">
                <a:latin typeface="Courier New"/>
                <a:cs typeface="Courier New"/>
              </a:rPr>
              <a:t>double *v ) {    </a:t>
            </a:r>
          </a:p>
          <a:p>
            <a:r>
              <a:rPr lang="en-GB" sz="1200" b="1" dirty="0">
                <a:latin typeface="Courier New"/>
                <a:cs typeface="Courier New"/>
              </a:rPr>
              <a:t>  </a:t>
            </a:r>
            <a:r>
              <a:rPr lang="en-GB" sz="1200" b="1" dirty="0" err="1">
                <a:latin typeface="Courier New"/>
                <a:cs typeface="Courier New"/>
              </a:rPr>
              <a:t>int</a:t>
            </a:r>
            <a:r>
              <a:rPr lang="en-GB" sz="1200" b="1" dirty="0">
                <a:latin typeface="Courier New"/>
                <a:cs typeface="Courier New"/>
              </a:rPr>
              <a:t> </a:t>
            </a:r>
            <a:r>
              <a:rPr lang="en-GB" sz="1200" b="1" dirty="0" err="1">
                <a:latin typeface="Courier New"/>
                <a:cs typeface="Courier New"/>
              </a:rPr>
              <a:t>i</a:t>
            </a:r>
            <a:r>
              <a:rPr lang="en-GB" sz="1200" b="1" dirty="0">
                <a:latin typeface="Courier New"/>
                <a:cs typeface="Courier New"/>
              </a:rPr>
              <a:t> = </a:t>
            </a:r>
            <a:r>
              <a:rPr lang="en-GB" sz="1200" b="1" dirty="0" err="1">
                <a:latin typeface="Courier New"/>
                <a:cs typeface="Courier New"/>
              </a:rPr>
              <a:t>blockIdx.x</a:t>
            </a:r>
            <a:r>
              <a:rPr lang="en-GB" sz="1200" b="1" dirty="0">
                <a:latin typeface="Courier New"/>
                <a:cs typeface="Courier New"/>
              </a:rPr>
              <a:t> * </a:t>
            </a:r>
            <a:r>
              <a:rPr lang="en-GB" sz="1200" b="1" dirty="0" err="1">
                <a:latin typeface="Courier New"/>
                <a:cs typeface="Courier New"/>
              </a:rPr>
              <a:t>blockDim.x</a:t>
            </a:r>
            <a:r>
              <a:rPr lang="en-GB" sz="1200" b="1" dirty="0">
                <a:latin typeface="Courier New"/>
                <a:cs typeface="Courier New"/>
              </a:rPr>
              <a:t> + </a:t>
            </a:r>
            <a:r>
              <a:rPr lang="en-GB" sz="1200" b="1" dirty="0" err="1">
                <a:latin typeface="Courier New"/>
                <a:cs typeface="Courier New"/>
              </a:rPr>
              <a:t>threadIdx.x</a:t>
            </a:r>
            <a:r>
              <a:rPr lang="en-GB" sz="1200" b="1" dirty="0">
                <a:latin typeface="Courier New"/>
                <a:cs typeface="Courier New"/>
              </a:rPr>
              <a:t>; // Global row index </a:t>
            </a:r>
          </a:p>
          <a:p>
            <a:r>
              <a:rPr lang="en-GB" sz="1200" b="1" dirty="0">
                <a:latin typeface="Courier New"/>
                <a:cs typeface="Courier New"/>
              </a:rPr>
              <a:t>  </a:t>
            </a:r>
            <a:r>
              <a:rPr lang="en-GB" sz="1200" b="1" err="1">
                <a:latin typeface="Courier New"/>
                <a:cs typeface="Courier New"/>
              </a:rPr>
              <a:t>int</a:t>
            </a:r>
            <a:r>
              <a:rPr lang="en-GB" sz="1200" b="1">
                <a:latin typeface="Courier New"/>
                <a:cs typeface="Courier New"/>
              </a:rPr>
              <a:t> j, </a:t>
            </a:r>
            <a:r>
              <a:rPr lang="en-GB" sz="1200" b="1" dirty="0">
                <a:latin typeface="Courier New"/>
                <a:cs typeface="Courier New"/>
              </a:rPr>
              <a:t>index;</a:t>
            </a:r>
          </a:p>
          <a:p>
            <a:r>
              <a:rPr lang="en-GB" sz="1200" b="1" dirty="0">
                <a:latin typeface="Courier New"/>
                <a:cs typeface="Courier New"/>
              </a:rPr>
              <a:t>  double local </a:t>
            </a:r>
            <a:r>
              <a:rPr lang="en-GB" sz="1200" b="1">
                <a:latin typeface="Courier New"/>
                <a:cs typeface="Courier New"/>
              </a:rPr>
              <a:t>= 0.0, </a:t>
            </a:r>
            <a:r>
              <a:rPr lang="en-GB" sz="1200" b="1" dirty="0">
                <a:latin typeface="Courier New"/>
                <a:cs typeface="Courier New"/>
              </a:rPr>
              <a:t>sum;   </a:t>
            </a:r>
          </a:p>
          <a:p>
            <a:endParaRPr lang="en-GB" sz="1200" b="1" dirty="0">
              <a:latin typeface="Courier New"/>
              <a:cs typeface="Courier New"/>
            </a:endParaRPr>
          </a:p>
          <a:p>
            <a:r>
              <a:rPr lang="en-GB" sz="1200" b="1" dirty="0">
                <a:latin typeface="Courier New"/>
                <a:cs typeface="Courier New"/>
              </a:rPr>
              <a:t>  __shared__ double shared[BLOCKSIZE][BLOCKSIZE];    </a:t>
            </a:r>
          </a:p>
          <a:p>
            <a:r>
              <a:rPr lang="en-GB" sz="1200" b="1" dirty="0">
                <a:latin typeface="Courier New"/>
                <a:cs typeface="Courier New"/>
              </a:rPr>
              <a:t>  </a:t>
            </a:r>
          </a:p>
          <a:p>
            <a:r>
              <a:rPr lang="en-GB" sz="1200" b="1" dirty="0">
                <a:latin typeface="Courier New"/>
                <a:cs typeface="Courier New"/>
              </a:rPr>
              <a:t>  if( </a:t>
            </a:r>
            <a:r>
              <a:rPr lang="en-GB" sz="1200" b="1" dirty="0" err="1">
                <a:latin typeface="Courier New"/>
                <a:cs typeface="Courier New"/>
              </a:rPr>
              <a:t>i</a:t>
            </a:r>
            <a:r>
              <a:rPr lang="en-GB" sz="1200" b="1" dirty="0">
                <a:latin typeface="Courier New"/>
                <a:cs typeface="Courier New"/>
              </a:rPr>
              <a:t>&lt;m ) {</a:t>
            </a:r>
          </a:p>
          <a:p>
            <a:r>
              <a:rPr lang="en-GB" sz="1200" b="1" dirty="0">
                <a:latin typeface="Courier New"/>
                <a:cs typeface="Courier New"/>
              </a:rPr>
              <a:t>    ...</a:t>
            </a:r>
          </a:p>
          <a:p>
            <a:r>
              <a:rPr lang="en-GB" sz="1200" b="1" dirty="0">
                <a:latin typeface="Courier New"/>
                <a:cs typeface="Courier New"/>
              </a:rPr>
              <a:t>    __</a:t>
            </a:r>
            <a:r>
              <a:rPr lang="en-GB" sz="1200" b="1" dirty="0" err="1">
                <a:latin typeface="Courier New"/>
                <a:cs typeface="Courier New"/>
              </a:rPr>
              <a:t>syncthreads</a:t>
            </a:r>
            <a:r>
              <a:rPr lang="en-GB" sz="1200" b="1" dirty="0">
                <a:latin typeface="Courier New"/>
                <a:cs typeface="Courier New"/>
              </a:rPr>
              <a:t>();</a:t>
            </a:r>
          </a:p>
          <a:p>
            <a:r>
              <a:rPr lang="en-GB" sz="1200" b="1" dirty="0">
                <a:latin typeface="Courier New"/>
                <a:cs typeface="Courier New"/>
              </a:rPr>
              <a:t>    </a:t>
            </a:r>
            <a:r>
              <a:rPr lang="en-US" sz="1200" b="1" dirty="0">
                <a:latin typeface="Courier New"/>
                <a:cs typeface="Courier New"/>
              </a:rPr>
              <a:t>if( </a:t>
            </a:r>
            <a:r>
              <a:rPr lang="en-US" sz="1200" b="1" dirty="0" err="1">
                <a:latin typeface="Courier New"/>
                <a:cs typeface="Courier New"/>
              </a:rPr>
              <a:t>threadIdx.y</a:t>
            </a:r>
            <a:r>
              <a:rPr lang="en-US" sz="1200" b="1" dirty="0">
                <a:latin typeface="Courier New"/>
                <a:cs typeface="Courier New"/>
              </a:rPr>
              <a:t> == 0 ) {</a:t>
            </a:r>
          </a:p>
          <a:p>
            <a:r>
              <a:rPr lang="en-US" sz="1200" b="1" dirty="0">
                <a:latin typeface="Courier New"/>
                <a:cs typeface="Courier New"/>
              </a:rPr>
              <a:t>      sum = shared[</a:t>
            </a:r>
            <a:r>
              <a:rPr lang="en-US" sz="1200" b="1" dirty="0" err="1">
                <a:latin typeface="Courier New"/>
                <a:cs typeface="Courier New"/>
              </a:rPr>
              <a:t>threadIdx.x</a:t>
            </a:r>
            <a:r>
              <a:rPr lang="en-US" sz="1200" b="1" dirty="0">
                <a:latin typeface="Courier New"/>
                <a:cs typeface="Courier New"/>
              </a:rPr>
              <a:t>][0];</a:t>
            </a:r>
          </a:p>
          <a:p>
            <a:r>
              <a:rPr lang="en-US" sz="1200" b="1" dirty="0">
                <a:latin typeface="Courier New"/>
                <a:cs typeface="Courier New"/>
              </a:rPr>
              <a:t>      for( j=1; j&lt;BLOCKSIZE; j++ ) {</a:t>
            </a:r>
          </a:p>
          <a:p>
            <a:r>
              <a:rPr lang="en-US" sz="1200" b="1" dirty="0">
                <a:latin typeface="Courier New"/>
                <a:cs typeface="Courier New"/>
              </a:rPr>
              <a:t>        sum += shared[</a:t>
            </a:r>
            <a:r>
              <a:rPr lang="en-US" sz="1200" b="1" dirty="0" err="1">
                <a:latin typeface="Courier New"/>
                <a:cs typeface="Courier New"/>
              </a:rPr>
              <a:t>threadIdx.x</a:t>
            </a:r>
            <a:r>
              <a:rPr lang="en-US" sz="1200" b="1" dirty="0">
                <a:latin typeface="Courier New"/>
                <a:cs typeface="Courier New"/>
              </a:rPr>
              <a:t>][j];</a:t>
            </a:r>
          </a:p>
          <a:p>
            <a:r>
              <a:rPr lang="en-US" sz="1200" b="1" dirty="0">
                <a:latin typeface="Courier New"/>
                <a:cs typeface="Courier New"/>
              </a:rPr>
              <a:t>      }</a:t>
            </a:r>
          </a:p>
          <a:p>
            <a:r>
              <a:rPr lang="en-US" sz="1200" b="1" dirty="0">
                <a:latin typeface="Courier New"/>
                <a:cs typeface="Courier New"/>
              </a:rPr>
              <a:t>    } </a:t>
            </a:r>
            <a:r>
              <a:rPr lang="en-GB" sz="1200" b="1" dirty="0">
                <a:latin typeface="Courier New"/>
                <a:cs typeface="Courier New"/>
              </a:rPr>
              <a:t> </a:t>
            </a:r>
          </a:p>
          <a:p>
            <a:r>
              <a:rPr lang="en-GB" sz="1200" b="1" dirty="0">
                <a:latin typeface="Courier New"/>
                <a:cs typeface="Courier New"/>
              </a:rPr>
              <a:t>    v[</a:t>
            </a:r>
            <a:r>
              <a:rPr lang="en-GB" sz="1200" b="1" dirty="0" err="1">
                <a:latin typeface="Courier New"/>
                <a:cs typeface="Courier New"/>
              </a:rPr>
              <a:t>i</a:t>
            </a:r>
            <a:r>
              <a:rPr lang="en-GB" sz="1200" b="1" dirty="0">
                <a:latin typeface="Courier New"/>
                <a:cs typeface="Courier New"/>
              </a:rPr>
              <a:t>] = sum;</a:t>
            </a:r>
          </a:p>
          <a:p>
            <a:r>
              <a:rPr lang="en-GB" sz="1200" b="1" dirty="0">
                <a:latin typeface="Courier New"/>
                <a:cs typeface="Courier New"/>
              </a:rPr>
              <a:t>  } </a:t>
            </a:r>
          </a:p>
          <a:p>
            <a:endParaRPr lang="en-GB" sz="1200" b="1" dirty="0">
              <a:latin typeface="Courier New"/>
              <a:cs typeface="Courier New"/>
            </a:endParaRPr>
          </a:p>
          <a:p>
            <a:r>
              <a:rPr lang="en-GB" sz="1200" b="1" dirty="0">
                <a:latin typeface="Courier New"/>
                <a:cs typeface="Courier New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0993893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0CD1F-DF31-2B47-B9C0-AAD6CC852762}" type="slidenum">
              <a:rPr lang="es-ES" smtClean="0"/>
              <a:t>15</a:t>
            </a:fld>
            <a:endParaRPr lang="es-ES" dirty="0"/>
          </a:p>
        </p:txBody>
      </p:sp>
      <p:sp>
        <p:nvSpPr>
          <p:cNvPr id="8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5481537" cy="1143000"/>
          </a:xfrm>
        </p:spPr>
        <p:txBody>
          <a:bodyPr/>
          <a:lstStyle/>
          <a:p>
            <a:r>
              <a:rPr lang="es-ES" dirty="0" err="1"/>
              <a:t>Matrix</a:t>
            </a:r>
            <a:r>
              <a:rPr lang="es-ES" dirty="0"/>
              <a:t> </a:t>
            </a:r>
            <a:r>
              <a:rPr lang="es-ES" dirty="0" err="1"/>
              <a:t>Norm</a:t>
            </a:r>
            <a:r>
              <a:rPr lang="es-ES" dirty="0"/>
              <a:t>: </a:t>
            </a:r>
            <a:endParaRPr lang="en-GB" dirty="0"/>
          </a:p>
        </p:txBody>
      </p:sp>
      <p:graphicFrame>
        <p:nvGraphicFramePr>
          <p:cNvPr id="9" name="Objeto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48345799"/>
              </p:ext>
            </p:extLst>
          </p:nvPr>
        </p:nvGraphicFramePr>
        <p:xfrm>
          <a:off x="5052016" y="424826"/>
          <a:ext cx="2117330" cy="9435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2" imgW="1168400" imgH="520700" progId="Equation.3">
                  <p:embed/>
                </p:oleObj>
              </mc:Choice>
              <mc:Fallback>
                <p:oleObj name="Ecuación" r:id="rId2" imgW="1168400" imgH="5207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052016" y="424826"/>
                        <a:ext cx="2117330" cy="94359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Imagen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260" y="1493638"/>
            <a:ext cx="6882370" cy="4781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62489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0CD1F-DF31-2B47-B9C0-AAD6CC852762}" type="slidenum">
              <a:rPr lang="es-ES" smtClean="0"/>
              <a:t>16</a:t>
            </a:fld>
            <a:endParaRPr lang="es-ES" dirty="0"/>
          </a:p>
        </p:txBody>
      </p:sp>
      <p:sp>
        <p:nvSpPr>
          <p:cNvPr id="8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5481537" cy="1143000"/>
          </a:xfrm>
        </p:spPr>
        <p:txBody>
          <a:bodyPr/>
          <a:lstStyle/>
          <a:p>
            <a:r>
              <a:rPr lang="es-ES" dirty="0" err="1"/>
              <a:t>Matrix</a:t>
            </a:r>
            <a:r>
              <a:rPr lang="es-ES" dirty="0"/>
              <a:t> </a:t>
            </a:r>
            <a:r>
              <a:rPr lang="es-ES"/>
              <a:t>Norm: </a:t>
            </a:r>
            <a:endParaRPr lang="en-GB" dirty="0"/>
          </a:p>
        </p:txBody>
      </p:sp>
      <p:graphicFrame>
        <p:nvGraphicFramePr>
          <p:cNvPr id="9" name="Objeto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91491375"/>
              </p:ext>
            </p:extLst>
          </p:nvPr>
        </p:nvGraphicFramePr>
        <p:xfrm>
          <a:off x="5052016" y="424826"/>
          <a:ext cx="2117330" cy="9435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2" imgW="1168400" imgH="520700" progId="Equation.3">
                  <p:embed/>
                </p:oleObj>
              </mc:Choice>
              <mc:Fallback>
                <p:oleObj name="Ecuación" r:id="rId2" imgW="1168400" imgH="5207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052016" y="424826"/>
                        <a:ext cx="2117330" cy="94359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Imagen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877" y="1623356"/>
            <a:ext cx="8039478" cy="4539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0887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Matrix Multiplication</a:t>
            </a:r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0CD1F-DF31-2B47-B9C0-AAD6CC852762}" type="slidenum">
              <a:rPr lang="es-ES" smtClean="0"/>
              <a:t>17</a:t>
            </a:fld>
            <a:endParaRPr lang="es-ES" dirty="0"/>
          </a:p>
        </p:txBody>
      </p:sp>
      <p:pic>
        <p:nvPicPr>
          <p:cNvPr id="6" name="Imagen 5" descr="imagen.tif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209" y="1974850"/>
            <a:ext cx="7711591" cy="3215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51934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Rectángulo"/>
          <p:cNvSpPr/>
          <p:nvPr/>
        </p:nvSpPr>
        <p:spPr>
          <a:xfrm>
            <a:off x="4355976" y="3212976"/>
            <a:ext cx="3312368" cy="288032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4 Rectángulo"/>
          <p:cNvSpPr/>
          <p:nvPr/>
        </p:nvSpPr>
        <p:spPr>
          <a:xfrm>
            <a:off x="1763688" y="3212976"/>
            <a:ext cx="2448272" cy="288032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" name="5 Rectángulo"/>
          <p:cNvSpPr/>
          <p:nvPr/>
        </p:nvSpPr>
        <p:spPr>
          <a:xfrm>
            <a:off x="4355976" y="764704"/>
            <a:ext cx="3312368" cy="230425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6 Rectángulo"/>
          <p:cNvSpPr/>
          <p:nvPr/>
        </p:nvSpPr>
        <p:spPr>
          <a:xfrm>
            <a:off x="1835696" y="4509120"/>
            <a:ext cx="2304256" cy="14401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" name="7 Rectángulo"/>
          <p:cNvSpPr/>
          <p:nvPr/>
        </p:nvSpPr>
        <p:spPr>
          <a:xfrm>
            <a:off x="5868144" y="836712"/>
            <a:ext cx="144016" cy="21602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10" name="9 Conector recto"/>
          <p:cNvCxnSpPr/>
          <p:nvPr/>
        </p:nvCxnSpPr>
        <p:spPr>
          <a:xfrm>
            <a:off x="4139952" y="4509120"/>
            <a:ext cx="1728192" cy="0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16 Conector recto"/>
          <p:cNvCxnSpPr/>
          <p:nvPr/>
        </p:nvCxnSpPr>
        <p:spPr>
          <a:xfrm>
            <a:off x="5868144" y="2996952"/>
            <a:ext cx="0" cy="1512168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18 Conector recto"/>
          <p:cNvCxnSpPr/>
          <p:nvPr/>
        </p:nvCxnSpPr>
        <p:spPr>
          <a:xfrm>
            <a:off x="4139952" y="4653136"/>
            <a:ext cx="1728192" cy="0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19 Conector recto"/>
          <p:cNvCxnSpPr/>
          <p:nvPr/>
        </p:nvCxnSpPr>
        <p:spPr>
          <a:xfrm>
            <a:off x="6012160" y="2996952"/>
            <a:ext cx="0" cy="1512168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20 Rectángulo"/>
          <p:cNvSpPr/>
          <p:nvPr/>
        </p:nvSpPr>
        <p:spPr>
          <a:xfrm>
            <a:off x="5868144" y="4509120"/>
            <a:ext cx="144016" cy="14401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2" name="21 Rectángulo"/>
          <p:cNvSpPr/>
          <p:nvPr/>
        </p:nvSpPr>
        <p:spPr>
          <a:xfrm>
            <a:off x="1835696" y="3284984"/>
            <a:ext cx="452755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2800" b="1" cap="none" spc="100" dirty="0">
                <a:ln w="18000">
                  <a:solidFill>
                    <a:schemeClr val="accent1">
                      <a:satMod val="200000"/>
                      <a:tint val="72000"/>
                    </a:schemeClr>
                  </a:solidFill>
                  <a:prstDash val="solid"/>
                </a:ln>
                <a:solidFill>
                  <a:schemeClr val="accent1">
                    <a:satMod val="280000"/>
                    <a:tint val="100000"/>
                    <a:alpha val="5700"/>
                  </a:schemeClr>
                </a:solidFill>
                <a:effectLst>
                  <a:outerShdw blurRad="25000" dist="20000" dir="16020000" algn="tl">
                    <a:schemeClr val="accent1">
                      <a:satMod val="200000"/>
                      <a:shade val="1000"/>
                      <a:alpha val="60000"/>
                    </a:schemeClr>
                  </a:outerShdw>
                </a:effectLst>
              </a:rPr>
              <a:t>A</a:t>
            </a:r>
          </a:p>
        </p:txBody>
      </p:sp>
      <p:sp>
        <p:nvSpPr>
          <p:cNvPr id="23" name="22 Rectángulo"/>
          <p:cNvSpPr/>
          <p:nvPr/>
        </p:nvSpPr>
        <p:spPr>
          <a:xfrm>
            <a:off x="4427984" y="3284984"/>
            <a:ext cx="452755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2800" b="1" spc="100" dirty="0">
                <a:ln w="18000">
                  <a:solidFill>
                    <a:schemeClr val="accent1">
                      <a:satMod val="200000"/>
                      <a:tint val="72000"/>
                    </a:schemeClr>
                  </a:solidFill>
                  <a:prstDash val="solid"/>
                </a:ln>
                <a:solidFill>
                  <a:schemeClr val="accent1">
                    <a:satMod val="280000"/>
                    <a:tint val="100000"/>
                    <a:alpha val="5700"/>
                  </a:schemeClr>
                </a:solidFill>
                <a:effectLst>
                  <a:outerShdw blurRad="25000" dist="20000" dir="16020000" algn="tl">
                    <a:schemeClr val="accent1">
                      <a:satMod val="200000"/>
                      <a:shade val="1000"/>
                      <a:alpha val="60000"/>
                    </a:schemeClr>
                  </a:outerShdw>
                </a:effectLst>
              </a:rPr>
              <a:t>C</a:t>
            </a:r>
            <a:endParaRPr lang="es-ES" sz="2800" b="1" cap="none" spc="100" dirty="0">
              <a:ln w="18000">
                <a:solidFill>
                  <a:schemeClr val="accent1">
                    <a:satMod val="200000"/>
                    <a:tint val="72000"/>
                  </a:schemeClr>
                </a:solidFill>
                <a:prstDash val="solid"/>
              </a:ln>
              <a:solidFill>
                <a:schemeClr val="accent1">
                  <a:satMod val="280000"/>
                  <a:tint val="100000"/>
                  <a:alpha val="5700"/>
                </a:schemeClr>
              </a:solidFill>
              <a:effectLst>
                <a:outerShdw blurRad="25000" dist="20000" dir="16020000" algn="tl">
                  <a:schemeClr val="accent1">
                    <a:satMod val="200000"/>
                    <a:shade val="1000"/>
                    <a:alpha val="60000"/>
                  </a:schemeClr>
                </a:outerShdw>
              </a:effectLst>
            </a:endParaRPr>
          </a:p>
        </p:txBody>
      </p:sp>
      <p:sp>
        <p:nvSpPr>
          <p:cNvPr id="24" name="23 Rectángulo"/>
          <p:cNvSpPr/>
          <p:nvPr/>
        </p:nvSpPr>
        <p:spPr>
          <a:xfrm>
            <a:off x="4427984" y="836712"/>
            <a:ext cx="452755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2800" b="1" spc="100" dirty="0">
                <a:ln w="18000">
                  <a:solidFill>
                    <a:schemeClr val="accent1">
                      <a:satMod val="200000"/>
                      <a:tint val="72000"/>
                    </a:schemeClr>
                  </a:solidFill>
                  <a:prstDash val="solid"/>
                </a:ln>
                <a:solidFill>
                  <a:schemeClr val="accent1">
                    <a:satMod val="280000"/>
                    <a:tint val="100000"/>
                    <a:alpha val="5700"/>
                  </a:schemeClr>
                </a:solidFill>
                <a:effectLst>
                  <a:outerShdw blurRad="25000" dist="20000" dir="16020000" algn="tl">
                    <a:schemeClr val="accent1">
                      <a:satMod val="200000"/>
                      <a:shade val="1000"/>
                      <a:alpha val="60000"/>
                    </a:schemeClr>
                  </a:outerShdw>
                </a:effectLst>
              </a:rPr>
              <a:t>B</a:t>
            </a:r>
            <a:endParaRPr lang="es-ES" sz="2800" b="1" cap="none" spc="100" dirty="0">
              <a:ln w="18000">
                <a:solidFill>
                  <a:schemeClr val="accent1">
                    <a:satMod val="200000"/>
                    <a:tint val="72000"/>
                  </a:schemeClr>
                </a:solidFill>
                <a:prstDash val="solid"/>
              </a:ln>
              <a:solidFill>
                <a:schemeClr val="accent1">
                  <a:satMod val="280000"/>
                  <a:tint val="100000"/>
                  <a:alpha val="5700"/>
                </a:schemeClr>
              </a:solidFill>
              <a:effectLst>
                <a:outerShdw blurRad="25000" dist="20000" dir="16020000" algn="tl">
                  <a:schemeClr val="accent1">
                    <a:satMod val="200000"/>
                    <a:shade val="1000"/>
                    <a:alpha val="60000"/>
                  </a:schemeClr>
                </a:outerShdw>
              </a:effectLst>
            </a:endParaRPr>
          </a:p>
        </p:txBody>
      </p:sp>
      <p:cxnSp>
        <p:nvCxnSpPr>
          <p:cNvPr id="26" name="25 Conector recto de flecha"/>
          <p:cNvCxnSpPr/>
          <p:nvPr/>
        </p:nvCxnSpPr>
        <p:spPr>
          <a:xfrm>
            <a:off x="1835696" y="5877272"/>
            <a:ext cx="2232248" cy="0"/>
          </a:xfrm>
          <a:prstGeom prst="straightConnector1">
            <a:avLst/>
          </a:prstGeom>
          <a:ln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26 Conector recto de flecha"/>
          <p:cNvCxnSpPr/>
          <p:nvPr/>
        </p:nvCxnSpPr>
        <p:spPr>
          <a:xfrm>
            <a:off x="7452320" y="836712"/>
            <a:ext cx="0" cy="2160240"/>
          </a:xfrm>
          <a:prstGeom prst="straightConnector1">
            <a:avLst/>
          </a:prstGeom>
          <a:ln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30 Conector recto de flecha"/>
          <p:cNvCxnSpPr/>
          <p:nvPr/>
        </p:nvCxnSpPr>
        <p:spPr>
          <a:xfrm>
            <a:off x="4427984" y="5877272"/>
            <a:ext cx="3168352" cy="0"/>
          </a:xfrm>
          <a:prstGeom prst="straightConnector1">
            <a:avLst/>
          </a:prstGeom>
          <a:ln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32 Conector recto de flecha"/>
          <p:cNvCxnSpPr/>
          <p:nvPr/>
        </p:nvCxnSpPr>
        <p:spPr>
          <a:xfrm>
            <a:off x="7452320" y="3284984"/>
            <a:ext cx="0" cy="2736304"/>
          </a:xfrm>
          <a:prstGeom prst="straightConnector1">
            <a:avLst/>
          </a:prstGeom>
          <a:ln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34 CuadroTexto"/>
          <p:cNvSpPr txBox="1"/>
          <p:nvPr/>
        </p:nvSpPr>
        <p:spPr>
          <a:xfrm>
            <a:off x="2483768" y="5517232"/>
            <a:ext cx="83548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 err="1">
                <a:latin typeface="Courier New" pitchFamily="49" charset="0"/>
                <a:cs typeface="Courier New" pitchFamily="49" charset="0"/>
              </a:rPr>
              <a:t>A.width</a:t>
            </a:r>
            <a:endParaRPr lang="es-ES" sz="12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36" name="35 CuadroTexto"/>
          <p:cNvSpPr txBox="1"/>
          <p:nvPr/>
        </p:nvSpPr>
        <p:spPr>
          <a:xfrm>
            <a:off x="5580112" y="5517232"/>
            <a:ext cx="83548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 err="1">
                <a:latin typeface="Courier New" pitchFamily="49" charset="0"/>
                <a:cs typeface="Courier New" pitchFamily="49" charset="0"/>
              </a:rPr>
              <a:t>B.width</a:t>
            </a:r>
            <a:endParaRPr lang="es-ES" sz="12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37" name="36 CuadroTexto"/>
          <p:cNvSpPr txBox="1"/>
          <p:nvPr/>
        </p:nvSpPr>
        <p:spPr>
          <a:xfrm>
            <a:off x="6804248" y="4365104"/>
            <a:ext cx="928459" cy="276999"/>
          </a:xfrm>
          <a:prstGeom prst="rect">
            <a:avLst/>
          </a:prstGeom>
          <a:noFill/>
          <a:scene3d>
            <a:camera prst="orthographicFront">
              <a:rot lat="0" lon="0" rev="5400000"/>
            </a:camera>
            <a:lightRig rig="threePt" dir="t"/>
          </a:scene3d>
        </p:spPr>
        <p:txBody>
          <a:bodyPr wrap="square" rtlCol="0">
            <a:spAutoFit/>
          </a:bodyPr>
          <a:lstStyle/>
          <a:p>
            <a:r>
              <a:rPr lang="es-ES" sz="1200" dirty="0" err="1">
                <a:latin typeface="Courier New" pitchFamily="49" charset="0"/>
                <a:cs typeface="Courier New" pitchFamily="49" charset="0"/>
              </a:rPr>
              <a:t>A.height</a:t>
            </a:r>
            <a:endParaRPr lang="es-ES" sz="12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38" name="37 CuadroTexto"/>
          <p:cNvSpPr txBox="1"/>
          <p:nvPr/>
        </p:nvSpPr>
        <p:spPr>
          <a:xfrm>
            <a:off x="6804248" y="1700808"/>
            <a:ext cx="928459" cy="276999"/>
          </a:xfrm>
          <a:prstGeom prst="rect">
            <a:avLst/>
          </a:prstGeom>
          <a:noFill/>
          <a:scene3d>
            <a:camera prst="orthographicFront">
              <a:rot lat="0" lon="0" rev="5400000"/>
            </a:camera>
            <a:lightRig rig="threePt" dir="t"/>
          </a:scene3d>
        </p:spPr>
        <p:txBody>
          <a:bodyPr wrap="square" rtlCol="0">
            <a:spAutoFit/>
          </a:bodyPr>
          <a:lstStyle/>
          <a:p>
            <a:r>
              <a:rPr lang="es-ES" sz="1200" dirty="0" err="1">
                <a:latin typeface="Courier New" pitchFamily="49" charset="0"/>
                <a:cs typeface="Courier New" pitchFamily="49" charset="0"/>
              </a:rPr>
              <a:t>B.height</a:t>
            </a:r>
            <a:endParaRPr lang="es-ES" sz="12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39" name="38 CuadroTexto"/>
          <p:cNvSpPr txBox="1"/>
          <p:nvPr/>
        </p:nvSpPr>
        <p:spPr>
          <a:xfrm>
            <a:off x="1115616" y="4437112"/>
            <a:ext cx="4635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 err="1">
                <a:latin typeface="Courier New" pitchFamily="49" charset="0"/>
                <a:cs typeface="Courier New" pitchFamily="49" charset="0"/>
              </a:rPr>
              <a:t>row</a:t>
            </a:r>
            <a:endParaRPr lang="es-ES" sz="12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40" name="39 CuadroTexto"/>
          <p:cNvSpPr txBox="1"/>
          <p:nvPr/>
        </p:nvSpPr>
        <p:spPr>
          <a:xfrm>
            <a:off x="5724128" y="404664"/>
            <a:ext cx="4635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>
                <a:latin typeface="Courier New" pitchFamily="49" charset="0"/>
                <a:cs typeface="Courier New" pitchFamily="49" charset="0"/>
              </a:rPr>
              <a:t>col</a:t>
            </a:r>
          </a:p>
        </p:txBody>
      </p:sp>
      <p:sp>
        <p:nvSpPr>
          <p:cNvPr id="41" name="40 Rectángulo"/>
          <p:cNvSpPr/>
          <p:nvPr/>
        </p:nvSpPr>
        <p:spPr>
          <a:xfrm>
            <a:off x="4355976" y="3212976"/>
            <a:ext cx="3456384" cy="3024336"/>
          </a:xfrm>
          <a:prstGeom prst="rect">
            <a:avLst/>
          </a:prstGeom>
          <a:noFill/>
          <a:ln w="63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43" name="42 Conector recto"/>
          <p:cNvCxnSpPr/>
          <p:nvPr/>
        </p:nvCxnSpPr>
        <p:spPr>
          <a:xfrm>
            <a:off x="5220072" y="3212976"/>
            <a:ext cx="0" cy="3024336"/>
          </a:xfrm>
          <a:prstGeom prst="line">
            <a:avLst/>
          </a:prstGeom>
          <a:ln w="63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43 Conector recto"/>
          <p:cNvCxnSpPr>
            <a:endCxn id="41" idx="2"/>
          </p:cNvCxnSpPr>
          <p:nvPr/>
        </p:nvCxnSpPr>
        <p:spPr>
          <a:xfrm>
            <a:off x="6084168" y="3212976"/>
            <a:ext cx="0" cy="3024336"/>
          </a:xfrm>
          <a:prstGeom prst="line">
            <a:avLst/>
          </a:prstGeom>
          <a:ln w="63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44 Conector recto"/>
          <p:cNvCxnSpPr/>
          <p:nvPr/>
        </p:nvCxnSpPr>
        <p:spPr>
          <a:xfrm>
            <a:off x="6948264" y="3212976"/>
            <a:ext cx="0" cy="3024336"/>
          </a:xfrm>
          <a:prstGeom prst="line">
            <a:avLst/>
          </a:prstGeom>
          <a:ln w="63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45 Conector recto"/>
          <p:cNvCxnSpPr/>
          <p:nvPr/>
        </p:nvCxnSpPr>
        <p:spPr>
          <a:xfrm>
            <a:off x="4355976" y="4005064"/>
            <a:ext cx="3456384" cy="0"/>
          </a:xfrm>
          <a:prstGeom prst="line">
            <a:avLst/>
          </a:prstGeom>
          <a:ln w="63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48 Conector recto"/>
          <p:cNvCxnSpPr/>
          <p:nvPr/>
        </p:nvCxnSpPr>
        <p:spPr>
          <a:xfrm>
            <a:off x="4355976" y="4797152"/>
            <a:ext cx="3456384" cy="0"/>
          </a:xfrm>
          <a:prstGeom prst="line">
            <a:avLst/>
          </a:prstGeom>
          <a:ln w="63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49 Conector recto"/>
          <p:cNvCxnSpPr/>
          <p:nvPr/>
        </p:nvCxnSpPr>
        <p:spPr>
          <a:xfrm>
            <a:off x="4355976" y="5517232"/>
            <a:ext cx="3456384" cy="0"/>
          </a:xfrm>
          <a:prstGeom prst="line">
            <a:avLst/>
          </a:prstGeom>
          <a:ln w="63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Marcador de número de diapositiva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5C3DD-BEFD-C549-9CBF-220CD50E2B7D}" type="slidenum">
              <a:rPr lang="es-ES" smtClean="0"/>
              <a:t>18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2346245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Rectángulo"/>
          <p:cNvSpPr/>
          <p:nvPr/>
        </p:nvSpPr>
        <p:spPr>
          <a:xfrm>
            <a:off x="4355976" y="3212976"/>
            <a:ext cx="3312368" cy="288032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4 Rectángulo"/>
          <p:cNvSpPr/>
          <p:nvPr/>
        </p:nvSpPr>
        <p:spPr>
          <a:xfrm>
            <a:off x="1763688" y="3212976"/>
            <a:ext cx="2448272" cy="288032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" name="5 Rectángulo"/>
          <p:cNvSpPr/>
          <p:nvPr/>
        </p:nvSpPr>
        <p:spPr>
          <a:xfrm>
            <a:off x="4355976" y="764704"/>
            <a:ext cx="3312368" cy="230425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6 Rectángulo"/>
          <p:cNvSpPr/>
          <p:nvPr/>
        </p:nvSpPr>
        <p:spPr>
          <a:xfrm>
            <a:off x="1835696" y="4509120"/>
            <a:ext cx="2304256" cy="14401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" name="7 Rectángulo"/>
          <p:cNvSpPr/>
          <p:nvPr/>
        </p:nvSpPr>
        <p:spPr>
          <a:xfrm>
            <a:off x="5868144" y="836712"/>
            <a:ext cx="144016" cy="21602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10" name="9 Conector recto"/>
          <p:cNvCxnSpPr/>
          <p:nvPr/>
        </p:nvCxnSpPr>
        <p:spPr>
          <a:xfrm>
            <a:off x="4139952" y="4509120"/>
            <a:ext cx="1728192" cy="0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16 Conector recto"/>
          <p:cNvCxnSpPr/>
          <p:nvPr/>
        </p:nvCxnSpPr>
        <p:spPr>
          <a:xfrm>
            <a:off x="5868144" y="2996952"/>
            <a:ext cx="0" cy="1512168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18 Conector recto"/>
          <p:cNvCxnSpPr/>
          <p:nvPr/>
        </p:nvCxnSpPr>
        <p:spPr>
          <a:xfrm>
            <a:off x="4139952" y="4653136"/>
            <a:ext cx="1728192" cy="0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19 Conector recto"/>
          <p:cNvCxnSpPr/>
          <p:nvPr/>
        </p:nvCxnSpPr>
        <p:spPr>
          <a:xfrm>
            <a:off x="6012160" y="2996952"/>
            <a:ext cx="0" cy="1512168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20 Rectángulo"/>
          <p:cNvSpPr/>
          <p:nvPr/>
        </p:nvSpPr>
        <p:spPr>
          <a:xfrm>
            <a:off x="5868144" y="4509120"/>
            <a:ext cx="144016" cy="14401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2" name="21 Rectángulo"/>
          <p:cNvSpPr/>
          <p:nvPr/>
        </p:nvSpPr>
        <p:spPr>
          <a:xfrm>
            <a:off x="1835696" y="3284984"/>
            <a:ext cx="452755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2800" b="1" cap="none" spc="100" dirty="0">
                <a:ln w="18000">
                  <a:solidFill>
                    <a:schemeClr val="accent1">
                      <a:satMod val="200000"/>
                      <a:tint val="72000"/>
                    </a:schemeClr>
                  </a:solidFill>
                  <a:prstDash val="solid"/>
                </a:ln>
                <a:solidFill>
                  <a:schemeClr val="accent1">
                    <a:satMod val="280000"/>
                    <a:tint val="100000"/>
                    <a:alpha val="5700"/>
                  </a:schemeClr>
                </a:solidFill>
                <a:effectLst>
                  <a:outerShdw blurRad="25000" dist="20000" dir="16020000" algn="tl">
                    <a:schemeClr val="accent1">
                      <a:satMod val="200000"/>
                      <a:shade val="1000"/>
                      <a:alpha val="60000"/>
                    </a:schemeClr>
                  </a:outerShdw>
                </a:effectLst>
              </a:rPr>
              <a:t>A</a:t>
            </a:r>
          </a:p>
        </p:txBody>
      </p:sp>
      <p:sp>
        <p:nvSpPr>
          <p:cNvPr id="23" name="22 Rectángulo"/>
          <p:cNvSpPr/>
          <p:nvPr/>
        </p:nvSpPr>
        <p:spPr>
          <a:xfrm>
            <a:off x="4427984" y="3284984"/>
            <a:ext cx="452755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2800" b="1" spc="100" dirty="0">
                <a:ln w="18000">
                  <a:solidFill>
                    <a:schemeClr val="accent1">
                      <a:satMod val="200000"/>
                      <a:tint val="72000"/>
                    </a:schemeClr>
                  </a:solidFill>
                  <a:prstDash val="solid"/>
                </a:ln>
                <a:solidFill>
                  <a:schemeClr val="accent1">
                    <a:satMod val="280000"/>
                    <a:tint val="100000"/>
                    <a:alpha val="5700"/>
                  </a:schemeClr>
                </a:solidFill>
                <a:effectLst>
                  <a:outerShdw blurRad="25000" dist="20000" dir="16020000" algn="tl">
                    <a:schemeClr val="accent1">
                      <a:satMod val="200000"/>
                      <a:shade val="1000"/>
                      <a:alpha val="60000"/>
                    </a:schemeClr>
                  </a:outerShdw>
                </a:effectLst>
              </a:rPr>
              <a:t>C</a:t>
            </a:r>
            <a:endParaRPr lang="es-ES" sz="2800" b="1" cap="none" spc="100" dirty="0">
              <a:ln w="18000">
                <a:solidFill>
                  <a:schemeClr val="accent1">
                    <a:satMod val="200000"/>
                    <a:tint val="72000"/>
                  </a:schemeClr>
                </a:solidFill>
                <a:prstDash val="solid"/>
              </a:ln>
              <a:solidFill>
                <a:schemeClr val="accent1">
                  <a:satMod val="280000"/>
                  <a:tint val="100000"/>
                  <a:alpha val="5700"/>
                </a:schemeClr>
              </a:solidFill>
              <a:effectLst>
                <a:outerShdw blurRad="25000" dist="20000" dir="16020000" algn="tl">
                  <a:schemeClr val="accent1">
                    <a:satMod val="200000"/>
                    <a:shade val="1000"/>
                    <a:alpha val="60000"/>
                  </a:schemeClr>
                </a:outerShdw>
              </a:effectLst>
            </a:endParaRPr>
          </a:p>
        </p:txBody>
      </p:sp>
      <p:sp>
        <p:nvSpPr>
          <p:cNvPr id="24" name="23 Rectángulo"/>
          <p:cNvSpPr/>
          <p:nvPr/>
        </p:nvSpPr>
        <p:spPr>
          <a:xfrm>
            <a:off x="4427984" y="836712"/>
            <a:ext cx="452755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2800" b="1" spc="100" dirty="0">
                <a:ln w="18000">
                  <a:solidFill>
                    <a:schemeClr val="accent1">
                      <a:satMod val="200000"/>
                      <a:tint val="72000"/>
                    </a:schemeClr>
                  </a:solidFill>
                  <a:prstDash val="solid"/>
                </a:ln>
                <a:solidFill>
                  <a:schemeClr val="accent1">
                    <a:satMod val="280000"/>
                    <a:tint val="100000"/>
                    <a:alpha val="5700"/>
                  </a:schemeClr>
                </a:solidFill>
                <a:effectLst>
                  <a:outerShdw blurRad="25000" dist="20000" dir="16020000" algn="tl">
                    <a:schemeClr val="accent1">
                      <a:satMod val="200000"/>
                      <a:shade val="1000"/>
                      <a:alpha val="60000"/>
                    </a:schemeClr>
                  </a:outerShdw>
                </a:effectLst>
              </a:rPr>
              <a:t>B</a:t>
            </a:r>
            <a:endParaRPr lang="es-ES" sz="2800" b="1" cap="none" spc="100" dirty="0">
              <a:ln w="18000">
                <a:solidFill>
                  <a:schemeClr val="accent1">
                    <a:satMod val="200000"/>
                    <a:tint val="72000"/>
                  </a:schemeClr>
                </a:solidFill>
                <a:prstDash val="solid"/>
              </a:ln>
              <a:solidFill>
                <a:schemeClr val="accent1">
                  <a:satMod val="280000"/>
                  <a:tint val="100000"/>
                  <a:alpha val="5700"/>
                </a:schemeClr>
              </a:solidFill>
              <a:effectLst>
                <a:outerShdw blurRad="25000" dist="20000" dir="16020000" algn="tl">
                  <a:schemeClr val="accent1">
                    <a:satMod val="200000"/>
                    <a:shade val="1000"/>
                    <a:alpha val="60000"/>
                  </a:schemeClr>
                </a:outerShdw>
              </a:effectLst>
            </a:endParaRPr>
          </a:p>
        </p:txBody>
      </p:sp>
      <p:cxnSp>
        <p:nvCxnSpPr>
          <p:cNvPr id="26" name="25 Conector recto de flecha"/>
          <p:cNvCxnSpPr/>
          <p:nvPr/>
        </p:nvCxnSpPr>
        <p:spPr>
          <a:xfrm>
            <a:off x="1835696" y="5877272"/>
            <a:ext cx="2232248" cy="0"/>
          </a:xfrm>
          <a:prstGeom prst="straightConnector1">
            <a:avLst/>
          </a:prstGeom>
          <a:ln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26 Conector recto de flecha"/>
          <p:cNvCxnSpPr/>
          <p:nvPr/>
        </p:nvCxnSpPr>
        <p:spPr>
          <a:xfrm>
            <a:off x="7452320" y="836712"/>
            <a:ext cx="0" cy="2160240"/>
          </a:xfrm>
          <a:prstGeom prst="straightConnector1">
            <a:avLst/>
          </a:prstGeom>
          <a:ln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30 Conector recto de flecha"/>
          <p:cNvCxnSpPr/>
          <p:nvPr/>
        </p:nvCxnSpPr>
        <p:spPr>
          <a:xfrm>
            <a:off x="4427984" y="5877272"/>
            <a:ext cx="3168352" cy="0"/>
          </a:xfrm>
          <a:prstGeom prst="straightConnector1">
            <a:avLst/>
          </a:prstGeom>
          <a:ln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32 Conector recto de flecha"/>
          <p:cNvCxnSpPr/>
          <p:nvPr/>
        </p:nvCxnSpPr>
        <p:spPr>
          <a:xfrm>
            <a:off x="7452320" y="3284984"/>
            <a:ext cx="0" cy="2736304"/>
          </a:xfrm>
          <a:prstGeom prst="straightConnector1">
            <a:avLst/>
          </a:prstGeom>
          <a:ln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34 CuadroTexto"/>
          <p:cNvSpPr txBox="1"/>
          <p:nvPr/>
        </p:nvSpPr>
        <p:spPr>
          <a:xfrm>
            <a:off x="2483768" y="5517232"/>
            <a:ext cx="83548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 err="1">
                <a:latin typeface="Courier New" pitchFamily="49" charset="0"/>
                <a:cs typeface="Courier New" pitchFamily="49" charset="0"/>
              </a:rPr>
              <a:t>A.width</a:t>
            </a:r>
            <a:endParaRPr lang="es-ES" sz="12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36" name="35 CuadroTexto"/>
          <p:cNvSpPr txBox="1"/>
          <p:nvPr/>
        </p:nvSpPr>
        <p:spPr>
          <a:xfrm>
            <a:off x="5580112" y="5517232"/>
            <a:ext cx="83548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 err="1">
                <a:latin typeface="Courier New" pitchFamily="49" charset="0"/>
                <a:cs typeface="Courier New" pitchFamily="49" charset="0"/>
              </a:rPr>
              <a:t>B.width</a:t>
            </a:r>
            <a:endParaRPr lang="es-ES" sz="12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37" name="36 CuadroTexto"/>
          <p:cNvSpPr txBox="1"/>
          <p:nvPr/>
        </p:nvSpPr>
        <p:spPr>
          <a:xfrm>
            <a:off x="6804248" y="4365104"/>
            <a:ext cx="928459" cy="276999"/>
          </a:xfrm>
          <a:prstGeom prst="rect">
            <a:avLst/>
          </a:prstGeom>
          <a:noFill/>
          <a:scene3d>
            <a:camera prst="orthographicFront">
              <a:rot lat="0" lon="0" rev="5400000"/>
            </a:camera>
            <a:lightRig rig="threePt" dir="t"/>
          </a:scene3d>
        </p:spPr>
        <p:txBody>
          <a:bodyPr wrap="square" rtlCol="0">
            <a:spAutoFit/>
          </a:bodyPr>
          <a:lstStyle/>
          <a:p>
            <a:r>
              <a:rPr lang="es-ES" sz="1200" dirty="0" err="1">
                <a:latin typeface="Courier New" pitchFamily="49" charset="0"/>
                <a:cs typeface="Courier New" pitchFamily="49" charset="0"/>
              </a:rPr>
              <a:t>A.height</a:t>
            </a:r>
            <a:endParaRPr lang="es-ES" sz="12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38" name="37 CuadroTexto"/>
          <p:cNvSpPr txBox="1"/>
          <p:nvPr/>
        </p:nvSpPr>
        <p:spPr>
          <a:xfrm>
            <a:off x="6804248" y="1700808"/>
            <a:ext cx="928459" cy="276999"/>
          </a:xfrm>
          <a:prstGeom prst="rect">
            <a:avLst/>
          </a:prstGeom>
          <a:noFill/>
          <a:scene3d>
            <a:camera prst="orthographicFront">
              <a:rot lat="0" lon="0" rev="5400000"/>
            </a:camera>
            <a:lightRig rig="threePt" dir="t"/>
          </a:scene3d>
        </p:spPr>
        <p:txBody>
          <a:bodyPr wrap="square" rtlCol="0">
            <a:spAutoFit/>
          </a:bodyPr>
          <a:lstStyle/>
          <a:p>
            <a:r>
              <a:rPr lang="es-ES" sz="1200" dirty="0" err="1">
                <a:latin typeface="Courier New" pitchFamily="49" charset="0"/>
                <a:cs typeface="Courier New" pitchFamily="49" charset="0"/>
              </a:rPr>
              <a:t>B.height</a:t>
            </a:r>
            <a:endParaRPr lang="es-ES" sz="12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39" name="38 CuadroTexto"/>
          <p:cNvSpPr txBox="1"/>
          <p:nvPr/>
        </p:nvSpPr>
        <p:spPr>
          <a:xfrm>
            <a:off x="827584" y="4437112"/>
            <a:ext cx="92845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 err="1">
                <a:latin typeface="Courier New" pitchFamily="49" charset="0"/>
                <a:cs typeface="Courier New" pitchFamily="49" charset="0"/>
              </a:rPr>
              <a:t>blockRow</a:t>
            </a:r>
            <a:endParaRPr lang="es-ES" sz="12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40" name="39 CuadroTexto"/>
          <p:cNvSpPr txBox="1"/>
          <p:nvPr/>
        </p:nvSpPr>
        <p:spPr>
          <a:xfrm>
            <a:off x="5220072" y="404664"/>
            <a:ext cx="92845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 err="1">
                <a:latin typeface="Courier New" pitchFamily="49" charset="0"/>
                <a:cs typeface="Courier New" pitchFamily="49" charset="0"/>
              </a:rPr>
              <a:t>blockCol</a:t>
            </a:r>
            <a:endParaRPr lang="es-ES" sz="12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41" name="40 Rectángulo"/>
          <p:cNvSpPr/>
          <p:nvPr/>
        </p:nvSpPr>
        <p:spPr>
          <a:xfrm>
            <a:off x="4355976" y="3212976"/>
            <a:ext cx="3456384" cy="3024336"/>
          </a:xfrm>
          <a:prstGeom prst="rect">
            <a:avLst/>
          </a:prstGeom>
          <a:noFill/>
          <a:ln w="63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grpSp>
        <p:nvGrpSpPr>
          <p:cNvPr id="34" name="33 Grupo"/>
          <p:cNvGrpSpPr/>
          <p:nvPr/>
        </p:nvGrpSpPr>
        <p:grpSpPr>
          <a:xfrm>
            <a:off x="4355976" y="3212976"/>
            <a:ext cx="3456384" cy="3024336"/>
            <a:chOff x="4860032" y="3212976"/>
            <a:chExt cx="3456384" cy="3024336"/>
          </a:xfrm>
        </p:grpSpPr>
        <p:cxnSp>
          <p:nvCxnSpPr>
            <p:cNvPr id="43" name="42 Conector recto"/>
            <p:cNvCxnSpPr/>
            <p:nvPr/>
          </p:nvCxnSpPr>
          <p:spPr>
            <a:xfrm>
              <a:off x="5724128" y="3212976"/>
              <a:ext cx="0" cy="3024336"/>
            </a:xfrm>
            <a:prstGeom prst="line">
              <a:avLst/>
            </a:prstGeom>
            <a:ln w="635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43 Conector recto"/>
            <p:cNvCxnSpPr>
              <a:endCxn id="41" idx="2"/>
            </p:cNvCxnSpPr>
            <p:nvPr/>
          </p:nvCxnSpPr>
          <p:spPr>
            <a:xfrm>
              <a:off x="6084168" y="3212976"/>
              <a:ext cx="0" cy="3024336"/>
            </a:xfrm>
            <a:prstGeom prst="line">
              <a:avLst/>
            </a:prstGeom>
            <a:ln w="635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44 Conector recto"/>
            <p:cNvCxnSpPr/>
            <p:nvPr/>
          </p:nvCxnSpPr>
          <p:spPr>
            <a:xfrm>
              <a:off x="7452320" y="3212976"/>
              <a:ext cx="0" cy="3024336"/>
            </a:xfrm>
            <a:prstGeom prst="line">
              <a:avLst/>
            </a:prstGeom>
            <a:ln w="635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45 Conector recto"/>
            <p:cNvCxnSpPr/>
            <p:nvPr/>
          </p:nvCxnSpPr>
          <p:spPr>
            <a:xfrm>
              <a:off x="4860032" y="4005064"/>
              <a:ext cx="3456384" cy="0"/>
            </a:xfrm>
            <a:prstGeom prst="line">
              <a:avLst/>
            </a:prstGeom>
            <a:ln w="635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48 Conector recto"/>
            <p:cNvCxnSpPr/>
            <p:nvPr/>
          </p:nvCxnSpPr>
          <p:spPr>
            <a:xfrm>
              <a:off x="4860032" y="4797152"/>
              <a:ext cx="3456384" cy="0"/>
            </a:xfrm>
            <a:prstGeom prst="line">
              <a:avLst/>
            </a:prstGeom>
            <a:ln w="635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49 Conector recto"/>
            <p:cNvCxnSpPr/>
            <p:nvPr/>
          </p:nvCxnSpPr>
          <p:spPr>
            <a:xfrm>
              <a:off x="4860032" y="5517232"/>
              <a:ext cx="3456384" cy="0"/>
            </a:xfrm>
            <a:prstGeom prst="line">
              <a:avLst/>
            </a:prstGeom>
            <a:ln w="635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2" name="31 Rectángulo"/>
          <p:cNvSpPr/>
          <p:nvPr/>
        </p:nvSpPr>
        <p:spPr>
          <a:xfrm>
            <a:off x="5220072" y="4005064"/>
            <a:ext cx="864096" cy="792088"/>
          </a:xfrm>
          <a:prstGeom prst="rect">
            <a:avLst/>
          </a:prstGeom>
          <a:noFill/>
          <a:ln w="63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2" name="41 Rectángulo"/>
          <p:cNvSpPr/>
          <p:nvPr/>
        </p:nvSpPr>
        <p:spPr>
          <a:xfrm>
            <a:off x="3491880" y="4005064"/>
            <a:ext cx="864096" cy="792088"/>
          </a:xfrm>
          <a:prstGeom prst="rect">
            <a:avLst/>
          </a:prstGeom>
          <a:noFill/>
          <a:ln w="63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7" name="46 Rectángulo"/>
          <p:cNvSpPr/>
          <p:nvPr/>
        </p:nvSpPr>
        <p:spPr>
          <a:xfrm>
            <a:off x="2627784" y="4005064"/>
            <a:ext cx="864096" cy="792088"/>
          </a:xfrm>
          <a:prstGeom prst="rect">
            <a:avLst/>
          </a:prstGeom>
          <a:noFill/>
          <a:ln w="63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8" name="47 Rectángulo"/>
          <p:cNvSpPr/>
          <p:nvPr/>
        </p:nvSpPr>
        <p:spPr>
          <a:xfrm>
            <a:off x="1763688" y="4005064"/>
            <a:ext cx="864096" cy="792088"/>
          </a:xfrm>
          <a:prstGeom prst="rect">
            <a:avLst/>
          </a:prstGeom>
          <a:noFill/>
          <a:ln w="63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1" name="50 Rectángulo"/>
          <p:cNvSpPr/>
          <p:nvPr/>
        </p:nvSpPr>
        <p:spPr>
          <a:xfrm>
            <a:off x="5220072" y="2348880"/>
            <a:ext cx="864096" cy="792088"/>
          </a:xfrm>
          <a:prstGeom prst="rect">
            <a:avLst/>
          </a:prstGeom>
          <a:noFill/>
          <a:ln w="63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2" name="51 Rectángulo"/>
          <p:cNvSpPr/>
          <p:nvPr/>
        </p:nvSpPr>
        <p:spPr>
          <a:xfrm>
            <a:off x="5220072" y="1556792"/>
            <a:ext cx="864096" cy="792088"/>
          </a:xfrm>
          <a:prstGeom prst="rect">
            <a:avLst/>
          </a:prstGeom>
          <a:noFill/>
          <a:ln w="63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3" name="52 Rectángulo"/>
          <p:cNvSpPr/>
          <p:nvPr/>
        </p:nvSpPr>
        <p:spPr>
          <a:xfrm>
            <a:off x="5220072" y="764704"/>
            <a:ext cx="864096" cy="792088"/>
          </a:xfrm>
          <a:prstGeom prst="rect">
            <a:avLst/>
          </a:prstGeom>
          <a:noFill/>
          <a:ln w="63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54" name="53 Conector recto"/>
          <p:cNvCxnSpPr/>
          <p:nvPr/>
        </p:nvCxnSpPr>
        <p:spPr>
          <a:xfrm>
            <a:off x="5220072" y="3140968"/>
            <a:ext cx="0" cy="864096"/>
          </a:xfrm>
          <a:prstGeom prst="line">
            <a:avLst/>
          </a:prstGeom>
          <a:ln>
            <a:solidFill>
              <a:schemeClr val="accent6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56 Conector recto"/>
          <p:cNvCxnSpPr/>
          <p:nvPr/>
        </p:nvCxnSpPr>
        <p:spPr>
          <a:xfrm>
            <a:off x="6084168" y="3140968"/>
            <a:ext cx="0" cy="864096"/>
          </a:xfrm>
          <a:prstGeom prst="line">
            <a:avLst/>
          </a:prstGeom>
          <a:ln>
            <a:solidFill>
              <a:schemeClr val="accent6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57 Conector recto"/>
          <p:cNvCxnSpPr/>
          <p:nvPr/>
        </p:nvCxnSpPr>
        <p:spPr>
          <a:xfrm flipH="1">
            <a:off x="4355976" y="4005064"/>
            <a:ext cx="864096" cy="0"/>
          </a:xfrm>
          <a:prstGeom prst="line">
            <a:avLst/>
          </a:prstGeom>
          <a:ln>
            <a:solidFill>
              <a:schemeClr val="accent6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60 Conector recto"/>
          <p:cNvCxnSpPr/>
          <p:nvPr/>
        </p:nvCxnSpPr>
        <p:spPr>
          <a:xfrm flipH="1">
            <a:off x="4355976" y="4797152"/>
            <a:ext cx="864096" cy="0"/>
          </a:xfrm>
          <a:prstGeom prst="line">
            <a:avLst/>
          </a:prstGeom>
          <a:ln>
            <a:solidFill>
              <a:schemeClr val="accent6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61 Conector recto de flecha"/>
          <p:cNvCxnSpPr/>
          <p:nvPr/>
        </p:nvCxnSpPr>
        <p:spPr>
          <a:xfrm>
            <a:off x="2627784" y="5013176"/>
            <a:ext cx="864096" cy="0"/>
          </a:xfrm>
          <a:prstGeom prst="straightConnector1">
            <a:avLst/>
          </a:prstGeom>
          <a:ln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63 CuadroTexto"/>
          <p:cNvSpPr txBox="1"/>
          <p:nvPr/>
        </p:nvSpPr>
        <p:spPr>
          <a:xfrm>
            <a:off x="2483768" y="5085184"/>
            <a:ext cx="111440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>
                <a:latin typeface="Courier New" pitchFamily="49" charset="0"/>
                <a:cs typeface="Courier New" pitchFamily="49" charset="0"/>
              </a:rPr>
              <a:t>BLOCK_SIZE</a:t>
            </a:r>
          </a:p>
        </p:txBody>
      </p:sp>
      <p:cxnSp>
        <p:nvCxnSpPr>
          <p:cNvPr id="65" name="64 Conector recto de flecha"/>
          <p:cNvCxnSpPr/>
          <p:nvPr/>
        </p:nvCxnSpPr>
        <p:spPr>
          <a:xfrm>
            <a:off x="5220072" y="4941168"/>
            <a:ext cx="864096" cy="0"/>
          </a:xfrm>
          <a:prstGeom prst="straightConnector1">
            <a:avLst/>
          </a:prstGeom>
          <a:ln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65 CuadroTexto"/>
          <p:cNvSpPr txBox="1"/>
          <p:nvPr/>
        </p:nvSpPr>
        <p:spPr>
          <a:xfrm>
            <a:off x="5076056" y="5013176"/>
            <a:ext cx="111440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>
                <a:latin typeface="Courier New" pitchFamily="49" charset="0"/>
                <a:cs typeface="Courier New" pitchFamily="49" charset="0"/>
              </a:rPr>
              <a:t>BLOCK_SIZE</a:t>
            </a:r>
          </a:p>
        </p:txBody>
      </p:sp>
      <p:cxnSp>
        <p:nvCxnSpPr>
          <p:cNvPr id="67" name="66 Conector recto de flecha"/>
          <p:cNvCxnSpPr/>
          <p:nvPr/>
        </p:nvCxnSpPr>
        <p:spPr>
          <a:xfrm flipV="1">
            <a:off x="6228184" y="4005064"/>
            <a:ext cx="0" cy="792088"/>
          </a:xfrm>
          <a:prstGeom prst="straightConnector1">
            <a:avLst/>
          </a:prstGeom>
          <a:ln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67 CuadroTexto"/>
          <p:cNvSpPr txBox="1"/>
          <p:nvPr/>
        </p:nvSpPr>
        <p:spPr>
          <a:xfrm>
            <a:off x="5868144" y="4293096"/>
            <a:ext cx="1114408" cy="276999"/>
          </a:xfrm>
          <a:prstGeom prst="rect">
            <a:avLst/>
          </a:prstGeom>
          <a:noFill/>
          <a:scene3d>
            <a:camera prst="orthographicFront">
              <a:rot lat="0" lon="0" rev="5400000"/>
            </a:camera>
            <a:lightRig rig="threePt" dir="t"/>
          </a:scene3d>
        </p:spPr>
        <p:txBody>
          <a:bodyPr wrap="none" rtlCol="0">
            <a:spAutoFit/>
          </a:bodyPr>
          <a:lstStyle/>
          <a:p>
            <a:r>
              <a:rPr lang="es-ES" sz="1200" dirty="0">
                <a:latin typeface="Courier New" pitchFamily="49" charset="0"/>
                <a:cs typeface="Courier New" pitchFamily="49" charset="0"/>
              </a:rPr>
              <a:t>BLOCK_SIZE</a:t>
            </a:r>
          </a:p>
        </p:txBody>
      </p:sp>
      <p:cxnSp>
        <p:nvCxnSpPr>
          <p:cNvPr id="71" name="70 Conector recto de flecha"/>
          <p:cNvCxnSpPr/>
          <p:nvPr/>
        </p:nvCxnSpPr>
        <p:spPr>
          <a:xfrm flipV="1">
            <a:off x="6228184" y="1556792"/>
            <a:ext cx="0" cy="792088"/>
          </a:xfrm>
          <a:prstGeom prst="straightConnector1">
            <a:avLst/>
          </a:prstGeom>
          <a:ln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71 CuadroTexto"/>
          <p:cNvSpPr txBox="1"/>
          <p:nvPr/>
        </p:nvSpPr>
        <p:spPr>
          <a:xfrm>
            <a:off x="5868144" y="1844824"/>
            <a:ext cx="1114408" cy="276999"/>
          </a:xfrm>
          <a:prstGeom prst="rect">
            <a:avLst/>
          </a:prstGeom>
          <a:noFill/>
          <a:scene3d>
            <a:camera prst="orthographicFront">
              <a:rot lat="0" lon="0" rev="5400000"/>
            </a:camera>
            <a:lightRig rig="threePt" dir="t"/>
          </a:scene3d>
        </p:spPr>
        <p:txBody>
          <a:bodyPr wrap="none" rtlCol="0">
            <a:spAutoFit/>
          </a:bodyPr>
          <a:lstStyle/>
          <a:p>
            <a:r>
              <a:rPr lang="es-ES" sz="1200" dirty="0">
                <a:latin typeface="Courier New" pitchFamily="49" charset="0"/>
                <a:cs typeface="Courier New" pitchFamily="49" charset="0"/>
              </a:rPr>
              <a:t>BLOCK_SIZE</a:t>
            </a:r>
          </a:p>
        </p:txBody>
      </p:sp>
      <p:cxnSp>
        <p:nvCxnSpPr>
          <p:cNvPr id="73" name="72 Conector recto de flecha"/>
          <p:cNvCxnSpPr/>
          <p:nvPr/>
        </p:nvCxnSpPr>
        <p:spPr>
          <a:xfrm flipV="1">
            <a:off x="1691680" y="4005064"/>
            <a:ext cx="0" cy="792088"/>
          </a:xfrm>
          <a:prstGeom prst="straightConnector1">
            <a:avLst/>
          </a:prstGeom>
          <a:ln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73 Conector recto de flecha"/>
          <p:cNvCxnSpPr/>
          <p:nvPr/>
        </p:nvCxnSpPr>
        <p:spPr>
          <a:xfrm>
            <a:off x="5220072" y="692696"/>
            <a:ext cx="864096" cy="0"/>
          </a:xfrm>
          <a:prstGeom prst="straightConnector1">
            <a:avLst/>
          </a:prstGeom>
          <a:ln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74 CuadroTexto"/>
          <p:cNvSpPr txBox="1"/>
          <p:nvPr/>
        </p:nvSpPr>
        <p:spPr>
          <a:xfrm>
            <a:off x="5220072" y="4005064"/>
            <a:ext cx="52450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 err="1">
                <a:latin typeface="Courier New" pitchFamily="49" charset="0"/>
                <a:cs typeface="Courier New" pitchFamily="49" charset="0"/>
              </a:rPr>
              <a:t>Csub</a:t>
            </a:r>
            <a:endParaRPr lang="es-ES" sz="11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76" name="75 CuadroTexto"/>
          <p:cNvSpPr txBox="1"/>
          <p:nvPr/>
        </p:nvSpPr>
        <p:spPr>
          <a:xfrm>
            <a:off x="1763688" y="4005064"/>
            <a:ext cx="52450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 err="1">
                <a:latin typeface="Courier New" pitchFamily="49" charset="0"/>
                <a:cs typeface="Courier New" pitchFamily="49" charset="0"/>
              </a:rPr>
              <a:t>Asub</a:t>
            </a:r>
            <a:endParaRPr lang="es-ES" sz="11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77" name="76 CuadroTexto"/>
          <p:cNvSpPr txBox="1"/>
          <p:nvPr/>
        </p:nvSpPr>
        <p:spPr>
          <a:xfrm>
            <a:off x="5220072" y="764704"/>
            <a:ext cx="52450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 err="1">
                <a:latin typeface="Courier New" pitchFamily="49" charset="0"/>
                <a:cs typeface="Courier New" pitchFamily="49" charset="0"/>
              </a:rPr>
              <a:t>Bsub</a:t>
            </a:r>
            <a:endParaRPr lang="es-ES" sz="11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3" name="Marcador de número de diapositiva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5C3DD-BEFD-C549-9CBF-220CD50E2B7D}" type="slidenum">
              <a:rPr lang="es-ES" smtClean="0"/>
              <a:t>19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0972185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número de diapositiva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5C3DD-BEFD-C549-9CBF-220CD50E2B7D}" type="slidenum">
              <a:rPr lang="es-ES" smtClean="0"/>
              <a:t>20</a:t>
            </a:fld>
            <a:endParaRPr lang="es-ES"/>
          </a:p>
        </p:txBody>
      </p:sp>
      <p:pic>
        <p:nvPicPr>
          <p:cNvPr id="4" name="Imagen 3" descr="imagen.tif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6067" y="574040"/>
            <a:ext cx="5018715" cy="5530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764539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Performance with and without </a:t>
            </a:r>
            <a:br>
              <a:rPr lang="en-GB" dirty="0"/>
            </a:br>
            <a:r>
              <a:rPr lang="en-GB" dirty="0"/>
              <a:t>Shared Memory</a:t>
            </a:r>
          </a:p>
        </p:txBody>
      </p:sp>
      <p:sp>
        <p:nvSpPr>
          <p:cNvPr id="5" name="Marcador de contenido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1400" dirty="0"/>
              <a:t>Matrix Multiplication without Shared Memory:</a:t>
            </a:r>
          </a:p>
          <a:p>
            <a:pPr marL="400050" lvl="1" indent="0">
              <a:buNone/>
            </a:pPr>
            <a:r>
              <a:rPr lang="en-GB" sz="1100" dirty="0">
                <a:latin typeface="Courier"/>
                <a:cs typeface="Courier"/>
              </a:rPr>
              <a:t>[Matrix Multiply Using CUDA] - Starting...</a:t>
            </a:r>
          </a:p>
          <a:p>
            <a:pPr marL="400050" lvl="1" indent="0">
              <a:buNone/>
            </a:pPr>
            <a:r>
              <a:rPr lang="en-GB" sz="1100" dirty="0">
                <a:latin typeface="Courier"/>
                <a:cs typeface="Courier"/>
              </a:rPr>
              <a:t>GPU Device 0: "Tesla K20c" with compute capability 3.5</a:t>
            </a:r>
          </a:p>
          <a:p>
            <a:pPr marL="400050" lvl="1" indent="0">
              <a:buNone/>
            </a:pPr>
            <a:endParaRPr lang="en-GB" sz="1100" dirty="0">
              <a:latin typeface="Courier"/>
              <a:cs typeface="Courier"/>
            </a:endParaRPr>
          </a:p>
          <a:p>
            <a:pPr marL="400050" lvl="1" indent="0">
              <a:buNone/>
            </a:pPr>
            <a:r>
              <a:rPr lang="en-GB" sz="1100" dirty="0" err="1">
                <a:latin typeface="Courier"/>
                <a:cs typeface="Courier"/>
              </a:rPr>
              <a:t>MatrixA</a:t>
            </a:r>
            <a:r>
              <a:rPr lang="en-GB" sz="1100">
                <a:latin typeface="Courier"/>
                <a:cs typeface="Courier"/>
              </a:rPr>
              <a:t>(320,320), </a:t>
            </a:r>
            <a:r>
              <a:rPr lang="en-GB" sz="1100" dirty="0" err="1">
                <a:latin typeface="Courier"/>
                <a:cs typeface="Courier"/>
              </a:rPr>
              <a:t>MatrixB</a:t>
            </a:r>
            <a:r>
              <a:rPr lang="en-GB" sz="1100">
                <a:latin typeface="Courier"/>
                <a:cs typeface="Courier"/>
              </a:rPr>
              <a:t>(640,320</a:t>
            </a:r>
            <a:r>
              <a:rPr lang="en-GB" sz="1100" dirty="0">
                <a:latin typeface="Courier"/>
                <a:cs typeface="Courier"/>
              </a:rPr>
              <a:t>)</a:t>
            </a:r>
          </a:p>
          <a:p>
            <a:pPr marL="400050" lvl="1" indent="0">
              <a:buNone/>
            </a:pPr>
            <a:r>
              <a:rPr lang="en-GB" sz="1100" dirty="0">
                <a:latin typeface="Courier"/>
                <a:cs typeface="Courier"/>
              </a:rPr>
              <a:t>Computing result using CUDA Kernel...</a:t>
            </a:r>
          </a:p>
          <a:p>
            <a:pPr marL="400050" lvl="1" indent="0">
              <a:buNone/>
            </a:pPr>
            <a:r>
              <a:rPr lang="en-GB" sz="1100" dirty="0">
                <a:latin typeface="Courier"/>
                <a:cs typeface="Courier"/>
              </a:rPr>
              <a:t>done</a:t>
            </a:r>
          </a:p>
          <a:p>
            <a:pPr marL="400050" lvl="1" indent="0">
              <a:buNone/>
            </a:pPr>
            <a:r>
              <a:rPr lang="en-GB" sz="1100" dirty="0">
                <a:latin typeface="Courier"/>
                <a:cs typeface="Courier"/>
              </a:rPr>
              <a:t>Performance= </a:t>
            </a:r>
            <a:r>
              <a:rPr lang="en-GB" sz="1100" b="1" dirty="0">
                <a:latin typeface="Courier"/>
                <a:cs typeface="Courier"/>
              </a:rPr>
              <a:t>88.14 </a:t>
            </a:r>
            <a:r>
              <a:rPr lang="en-GB" sz="1100" b="1" dirty="0" err="1">
                <a:latin typeface="Courier"/>
                <a:cs typeface="Courier"/>
              </a:rPr>
              <a:t>GFlop</a:t>
            </a:r>
            <a:r>
              <a:rPr lang="en-GB" sz="1100" b="1">
                <a:latin typeface="Courier"/>
                <a:cs typeface="Courier"/>
              </a:rPr>
              <a:t>/s</a:t>
            </a:r>
            <a:r>
              <a:rPr lang="en-GB" sz="1100">
                <a:latin typeface="Courier"/>
                <a:cs typeface="Courier"/>
              </a:rPr>
              <a:t>, </a:t>
            </a:r>
            <a:r>
              <a:rPr lang="en-GB" sz="1100" dirty="0">
                <a:latin typeface="Courier"/>
                <a:cs typeface="Courier"/>
              </a:rPr>
              <a:t>Time= </a:t>
            </a:r>
            <a:r>
              <a:rPr lang="en-GB" sz="1100">
                <a:latin typeface="Courier"/>
                <a:cs typeface="Courier"/>
              </a:rPr>
              <a:t>1.487 msec, </a:t>
            </a:r>
            <a:r>
              <a:rPr lang="en-GB" sz="1100" dirty="0">
                <a:latin typeface="Courier"/>
                <a:cs typeface="Courier"/>
              </a:rPr>
              <a:t>Size= </a:t>
            </a:r>
            <a:r>
              <a:rPr lang="en-GB" sz="1100">
                <a:latin typeface="Courier"/>
                <a:cs typeface="Courier"/>
              </a:rPr>
              <a:t>131072000 Ops, </a:t>
            </a:r>
            <a:r>
              <a:rPr lang="en-GB" sz="1100" dirty="0" err="1">
                <a:latin typeface="Courier"/>
                <a:cs typeface="Courier"/>
              </a:rPr>
              <a:t>WorkgroupSize</a:t>
            </a:r>
            <a:r>
              <a:rPr lang="en-GB" sz="1100" dirty="0">
                <a:latin typeface="Courier"/>
                <a:cs typeface="Courier"/>
              </a:rPr>
              <a:t>= 1024 threads/block</a:t>
            </a:r>
          </a:p>
          <a:p>
            <a:pPr marL="400050" lvl="1" indent="0">
              <a:buNone/>
            </a:pPr>
            <a:r>
              <a:rPr lang="en-GB" sz="1100" dirty="0">
                <a:latin typeface="Courier"/>
                <a:cs typeface="Courier"/>
              </a:rPr>
              <a:t>Checking computed result for correctness: Result = PASS</a:t>
            </a:r>
          </a:p>
          <a:p>
            <a:pPr marL="0" indent="0">
              <a:buNone/>
            </a:pPr>
            <a:endParaRPr lang="en-GB" sz="1100" dirty="0">
              <a:latin typeface="Courier"/>
              <a:cs typeface="Courier"/>
            </a:endParaRPr>
          </a:p>
          <a:p>
            <a:r>
              <a:rPr lang="en-GB" sz="1400" dirty="0"/>
              <a:t>Matrix Multiplication with Shared Memory:</a:t>
            </a:r>
            <a:endParaRPr lang="en-GB" sz="1400" dirty="0">
              <a:latin typeface="Courier"/>
              <a:cs typeface="Courier"/>
            </a:endParaRPr>
          </a:p>
          <a:p>
            <a:pPr marL="400050" lvl="1" indent="0">
              <a:buNone/>
            </a:pPr>
            <a:r>
              <a:rPr lang="en-GB" sz="1100" dirty="0">
                <a:latin typeface="Courier"/>
                <a:cs typeface="Courier"/>
              </a:rPr>
              <a:t>[Matrix Multiply Using CUDA] - Starting...</a:t>
            </a:r>
          </a:p>
          <a:p>
            <a:pPr marL="400050" lvl="1" indent="0">
              <a:buNone/>
            </a:pPr>
            <a:r>
              <a:rPr lang="en-GB" sz="1100" dirty="0">
                <a:latin typeface="Courier"/>
                <a:cs typeface="Courier"/>
              </a:rPr>
              <a:t>GPU Device 0: "Tesla K20c" with compute capability 3.5</a:t>
            </a:r>
          </a:p>
          <a:p>
            <a:pPr marL="400050" lvl="1" indent="0">
              <a:buNone/>
            </a:pPr>
            <a:endParaRPr lang="en-GB" sz="1100" dirty="0">
              <a:latin typeface="Courier"/>
              <a:cs typeface="Courier"/>
            </a:endParaRPr>
          </a:p>
          <a:p>
            <a:pPr marL="400050" lvl="1" indent="0">
              <a:buNone/>
            </a:pPr>
            <a:r>
              <a:rPr lang="en-GB" sz="1100" dirty="0" err="1">
                <a:latin typeface="Courier"/>
                <a:cs typeface="Courier"/>
              </a:rPr>
              <a:t>MatrixA</a:t>
            </a:r>
            <a:r>
              <a:rPr lang="en-GB" sz="1100">
                <a:latin typeface="Courier"/>
                <a:cs typeface="Courier"/>
              </a:rPr>
              <a:t>(320,320), </a:t>
            </a:r>
            <a:r>
              <a:rPr lang="en-GB" sz="1100" dirty="0" err="1">
                <a:latin typeface="Courier"/>
                <a:cs typeface="Courier"/>
              </a:rPr>
              <a:t>MatrixB</a:t>
            </a:r>
            <a:r>
              <a:rPr lang="en-GB" sz="1100">
                <a:latin typeface="Courier"/>
                <a:cs typeface="Courier"/>
              </a:rPr>
              <a:t>(640,320</a:t>
            </a:r>
            <a:r>
              <a:rPr lang="en-GB" sz="1100" dirty="0">
                <a:latin typeface="Courier"/>
                <a:cs typeface="Courier"/>
              </a:rPr>
              <a:t>)</a:t>
            </a:r>
          </a:p>
          <a:p>
            <a:pPr marL="400050" lvl="1" indent="0">
              <a:buNone/>
            </a:pPr>
            <a:r>
              <a:rPr lang="en-GB" sz="1100" dirty="0">
                <a:latin typeface="Courier"/>
                <a:cs typeface="Courier"/>
              </a:rPr>
              <a:t>Computing result using CUDA Kernel...</a:t>
            </a:r>
          </a:p>
          <a:p>
            <a:pPr marL="400050" lvl="1" indent="0">
              <a:buNone/>
            </a:pPr>
            <a:r>
              <a:rPr lang="en-GB" sz="1100" dirty="0">
                <a:latin typeface="Courier"/>
                <a:cs typeface="Courier"/>
              </a:rPr>
              <a:t>done</a:t>
            </a:r>
          </a:p>
          <a:p>
            <a:pPr marL="400050" lvl="1" indent="0">
              <a:buNone/>
            </a:pPr>
            <a:r>
              <a:rPr lang="en-GB" sz="1100" dirty="0">
                <a:latin typeface="Courier"/>
                <a:cs typeface="Courier"/>
              </a:rPr>
              <a:t>Performance= </a:t>
            </a:r>
            <a:r>
              <a:rPr lang="en-GB" sz="1100" b="1" dirty="0">
                <a:latin typeface="Courier"/>
                <a:cs typeface="Courier"/>
              </a:rPr>
              <a:t>246.11 </a:t>
            </a:r>
            <a:r>
              <a:rPr lang="en-GB" sz="1100" b="1" dirty="0" err="1">
                <a:latin typeface="Courier"/>
                <a:cs typeface="Courier"/>
              </a:rPr>
              <a:t>GFlop</a:t>
            </a:r>
            <a:r>
              <a:rPr lang="en-GB" sz="1100" b="1">
                <a:latin typeface="Courier"/>
                <a:cs typeface="Courier"/>
              </a:rPr>
              <a:t>/s</a:t>
            </a:r>
            <a:r>
              <a:rPr lang="en-GB" sz="1100">
                <a:latin typeface="Courier"/>
                <a:cs typeface="Courier"/>
              </a:rPr>
              <a:t>, </a:t>
            </a:r>
            <a:r>
              <a:rPr lang="en-GB" sz="1100" dirty="0">
                <a:latin typeface="Courier"/>
                <a:cs typeface="Courier"/>
              </a:rPr>
              <a:t>Time= </a:t>
            </a:r>
            <a:r>
              <a:rPr lang="en-GB" sz="1100">
                <a:latin typeface="Courier"/>
                <a:cs typeface="Courier"/>
              </a:rPr>
              <a:t>0.533 msec, </a:t>
            </a:r>
            <a:r>
              <a:rPr lang="en-GB" sz="1100" dirty="0">
                <a:latin typeface="Courier"/>
                <a:cs typeface="Courier"/>
              </a:rPr>
              <a:t>Size= </a:t>
            </a:r>
            <a:r>
              <a:rPr lang="en-GB" sz="1100">
                <a:latin typeface="Courier"/>
                <a:cs typeface="Courier"/>
              </a:rPr>
              <a:t>131072000 Ops, </a:t>
            </a:r>
            <a:r>
              <a:rPr lang="en-GB" sz="1100" dirty="0" err="1">
                <a:latin typeface="Courier"/>
                <a:cs typeface="Courier"/>
              </a:rPr>
              <a:t>WorkgroupSize</a:t>
            </a:r>
            <a:r>
              <a:rPr lang="en-GB" sz="1100" dirty="0">
                <a:latin typeface="Courier"/>
                <a:cs typeface="Courier"/>
              </a:rPr>
              <a:t>= 1024 threads/block</a:t>
            </a:r>
          </a:p>
          <a:p>
            <a:pPr marL="400050" lvl="1" indent="0">
              <a:buNone/>
            </a:pPr>
            <a:r>
              <a:rPr lang="en-GB" sz="1100" dirty="0">
                <a:latin typeface="Courier"/>
                <a:cs typeface="Courier"/>
              </a:rPr>
              <a:t>Checking computed result for correctness: Result = PASS</a:t>
            </a:r>
          </a:p>
          <a:p>
            <a:pPr marL="0" indent="0">
              <a:buNone/>
            </a:pPr>
            <a:endParaRPr lang="en-GB" sz="1100" dirty="0">
              <a:latin typeface="Courier"/>
              <a:cs typeface="Courier"/>
            </a:endParaRPr>
          </a:p>
        </p:txBody>
      </p:sp>
      <p:sp>
        <p:nvSpPr>
          <p:cNvPr id="3" name="Marcador de número de diapositiva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5C3DD-BEFD-C549-9CBF-220CD50E2B7D}" type="slidenum">
              <a:rPr lang="es-ES" smtClean="0"/>
              <a:t>21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76999535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 Negro .thmx</Template>
  <TotalTime>6053</TotalTime>
  <Words>2333</Words>
  <Application>Microsoft Macintosh PowerPoint</Application>
  <PresentationFormat>Presentación en pantalla (4:3)</PresentationFormat>
  <Paragraphs>404</Paragraphs>
  <Slides>21</Slides>
  <Notes>3</Notes>
  <HiddenSlides>0</HiddenSlides>
  <MMClips>0</MMClips>
  <ScaleCrop>false</ScaleCrop>
  <HeadingPairs>
    <vt:vector size="8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21</vt:i4>
      </vt:variant>
    </vt:vector>
  </HeadingPairs>
  <TitlesOfParts>
    <vt:vector size="28" baseType="lpstr">
      <vt:lpstr>Arial</vt:lpstr>
      <vt:lpstr>Calibri</vt:lpstr>
      <vt:lpstr>Century</vt:lpstr>
      <vt:lpstr>Courier</vt:lpstr>
      <vt:lpstr>Courier New</vt:lpstr>
      <vt:lpstr>Tema de Office</vt:lpstr>
      <vt:lpstr>Ecuación</vt:lpstr>
      <vt:lpstr>Optimización de aplicaciones 1: Jerarquía de memoria</vt:lpstr>
      <vt:lpstr>Use of Shared Memory</vt:lpstr>
      <vt:lpstr>Example: c = A * v</vt:lpstr>
      <vt:lpstr>Example: c = A * v</vt:lpstr>
      <vt:lpstr>Example: c = A * v</vt:lpstr>
      <vt:lpstr>Example: c = A * v</vt:lpstr>
      <vt:lpstr>Example: c = A * v</vt:lpstr>
      <vt:lpstr>Example: c = A * v</vt:lpstr>
      <vt:lpstr>Example: c = A * v</vt:lpstr>
      <vt:lpstr>Matrix Norm: </vt:lpstr>
      <vt:lpstr>Matrix Norm: </vt:lpstr>
      <vt:lpstr>Matrix Norm: </vt:lpstr>
      <vt:lpstr>Matrix Norm: </vt:lpstr>
      <vt:lpstr>Matrix Norm: </vt:lpstr>
      <vt:lpstr>Matrix Norm: </vt:lpstr>
      <vt:lpstr>Matrix Norm: </vt:lpstr>
      <vt:lpstr>Matrix Multiplication</vt:lpstr>
      <vt:lpstr>Presentación de PowerPoint</vt:lpstr>
      <vt:lpstr>Presentación de PowerPoint</vt:lpstr>
      <vt:lpstr>Presentación de PowerPoint</vt:lpstr>
      <vt:lpstr>Performance with and without  Shared Memory</vt:lpstr>
    </vt:vector>
  </TitlesOfParts>
  <Company>DSIC-UPV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CUDA Programming Model</dc:title>
  <dc:creator>Pedro Alonso Jordá</dc:creator>
  <cp:lastModifiedBy>Adrian Castello Gimeno</cp:lastModifiedBy>
  <cp:revision>375</cp:revision>
  <dcterms:created xsi:type="dcterms:W3CDTF">2012-02-15T10:04:18Z</dcterms:created>
  <dcterms:modified xsi:type="dcterms:W3CDTF">2025-12-02T10:51:48Z</dcterms:modified>
</cp:coreProperties>
</file>